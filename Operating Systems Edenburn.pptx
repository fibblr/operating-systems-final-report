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5" r:id="rId8"/>
    <p:sldId id="266" r:id="rId9"/>
    <p:sldId id="269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FF1C73-2094-9F5F-E40D-6578DAB22328}" v="526" dt="2026-05-04T19:54:57.9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423222-37F2-4A68-9A85-5CE198394C43}" type="doc">
      <dgm:prSet loTypeId="urn:microsoft.com/office/officeart/2009/3/layout/HorizontalOrganizationChart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F1EE11A-67B9-4569-9AB0-9188BA096A5A}">
      <dgm:prSet/>
      <dgm:spPr/>
      <dgm:t>
        <a:bodyPr/>
        <a:lstStyle/>
        <a:p>
          <a:r>
            <a:rPr lang="en-US"/>
            <a:t>Static VS Dynamic </a:t>
          </a:r>
        </a:p>
      </dgm:t>
    </dgm:pt>
    <dgm:pt modelId="{7234DF42-B39C-428E-9043-63DF0D6AF582}" type="parTrans" cxnId="{EFDCDA9F-D579-4590-9AC1-17A233CB4B23}">
      <dgm:prSet/>
      <dgm:spPr/>
      <dgm:t>
        <a:bodyPr/>
        <a:lstStyle/>
        <a:p>
          <a:endParaRPr lang="en-US"/>
        </a:p>
      </dgm:t>
    </dgm:pt>
    <dgm:pt modelId="{B884C6C6-BA3A-4147-87F2-4E4AB277DC33}" type="sibTrans" cxnId="{EFDCDA9F-D579-4590-9AC1-17A233CB4B23}">
      <dgm:prSet/>
      <dgm:spPr/>
      <dgm:t>
        <a:bodyPr/>
        <a:lstStyle/>
        <a:p>
          <a:endParaRPr lang="en-US"/>
        </a:p>
      </dgm:t>
    </dgm:pt>
    <dgm:pt modelId="{45C587CD-4F72-4DBF-B852-6B778C1DF164}">
      <dgm:prSet/>
      <dgm:spPr/>
      <dgm:t>
        <a:bodyPr/>
        <a:lstStyle/>
        <a:p>
          <a:r>
            <a:rPr lang="en-US"/>
            <a:t>Analyze memory behavior </a:t>
          </a:r>
        </a:p>
      </dgm:t>
    </dgm:pt>
    <dgm:pt modelId="{2E27AB08-F9D4-46EF-AF19-CD49CF74AB6F}" type="parTrans" cxnId="{8B0F467F-2008-462C-BA4F-57C25AF58D45}">
      <dgm:prSet/>
      <dgm:spPr/>
      <dgm:t>
        <a:bodyPr/>
        <a:lstStyle/>
        <a:p>
          <a:endParaRPr lang="en-US"/>
        </a:p>
      </dgm:t>
    </dgm:pt>
    <dgm:pt modelId="{AA0A789E-3535-445A-BE04-E55DEE08C0DF}" type="sibTrans" cxnId="{8B0F467F-2008-462C-BA4F-57C25AF58D45}">
      <dgm:prSet/>
      <dgm:spPr/>
      <dgm:t>
        <a:bodyPr/>
        <a:lstStyle/>
        <a:p>
          <a:endParaRPr lang="en-US"/>
        </a:p>
      </dgm:t>
    </dgm:pt>
    <dgm:pt modelId="{D37D080D-22A4-464D-9605-5989A8918477}">
      <dgm:prSet/>
      <dgm:spPr/>
      <dgm:t>
        <a:bodyPr/>
        <a:lstStyle/>
        <a:p>
          <a:r>
            <a:rPr lang="en-US"/>
            <a:t>Observe function addresses using WinDbg</a:t>
          </a:r>
        </a:p>
      </dgm:t>
    </dgm:pt>
    <dgm:pt modelId="{0F056B3E-EDC7-4898-88C8-666CFF027761}" type="parTrans" cxnId="{04E1AFC7-EFE7-4832-BF48-4275E4CEB976}">
      <dgm:prSet/>
      <dgm:spPr/>
      <dgm:t>
        <a:bodyPr/>
        <a:lstStyle/>
        <a:p>
          <a:endParaRPr lang="en-US"/>
        </a:p>
      </dgm:t>
    </dgm:pt>
    <dgm:pt modelId="{6BF5AFCC-C1E0-45A2-A5C6-9E818599C461}" type="sibTrans" cxnId="{04E1AFC7-EFE7-4832-BF48-4275E4CEB976}">
      <dgm:prSet/>
      <dgm:spPr/>
      <dgm:t>
        <a:bodyPr/>
        <a:lstStyle/>
        <a:p>
          <a:endParaRPr lang="en-US"/>
        </a:p>
      </dgm:t>
    </dgm:pt>
    <dgm:pt modelId="{C5D17A0C-EE2E-45C4-AE27-C8CC3C93FC23}" type="pres">
      <dgm:prSet presAssocID="{02423222-37F2-4A68-9A85-5CE198394C4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AB4643C-0CB5-41B5-A8F1-05945CD425DE}" type="pres">
      <dgm:prSet presAssocID="{1F1EE11A-67B9-4569-9AB0-9188BA096A5A}" presName="hierRoot1" presStyleCnt="0">
        <dgm:presLayoutVars>
          <dgm:hierBranch val="init"/>
        </dgm:presLayoutVars>
      </dgm:prSet>
      <dgm:spPr/>
    </dgm:pt>
    <dgm:pt modelId="{A5A081C7-50EF-431A-8883-93D43659176E}" type="pres">
      <dgm:prSet presAssocID="{1F1EE11A-67B9-4569-9AB0-9188BA096A5A}" presName="rootComposite1" presStyleCnt="0"/>
      <dgm:spPr/>
    </dgm:pt>
    <dgm:pt modelId="{B20390CE-646E-4DE2-9180-911DE35373E7}" type="pres">
      <dgm:prSet presAssocID="{1F1EE11A-67B9-4569-9AB0-9188BA096A5A}" presName="rootText1" presStyleLbl="node0" presStyleIdx="0" presStyleCnt="3">
        <dgm:presLayoutVars>
          <dgm:chPref val="3"/>
        </dgm:presLayoutVars>
      </dgm:prSet>
      <dgm:spPr/>
    </dgm:pt>
    <dgm:pt modelId="{99F24B1B-B3AF-4FE2-A935-016E69068527}" type="pres">
      <dgm:prSet presAssocID="{1F1EE11A-67B9-4569-9AB0-9188BA096A5A}" presName="rootConnector1" presStyleLbl="node1" presStyleIdx="0" presStyleCnt="0"/>
      <dgm:spPr/>
    </dgm:pt>
    <dgm:pt modelId="{E535A0DE-AF75-4297-8D82-E645FB72F823}" type="pres">
      <dgm:prSet presAssocID="{1F1EE11A-67B9-4569-9AB0-9188BA096A5A}" presName="hierChild2" presStyleCnt="0"/>
      <dgm:spPr/>
    </dgm:pt>
    <dgm:pt modelId="{EF105CE7-B4B3-4876-AA1F-0E1ACEB88F3A}" type="pres">
      <dgm:prSet presAssocID="{1F1EE11A-67B9-4569-9AB0-9188BA096A5A}" presName="hierChild3" presStyleCnt="0"/>
      <dgm:spPr/>
    </dgm:pt>
    <dgm:pt modelId="{18CC4C26-5240-478E-A3A5-E4C2BB0B4093}" type="pres">
      <dgm:prSet presAssocID="{45C587CD-4F72-4DBF-B852-6B778C1DF164}" presName="hierRoot1" presStyleCnt="0">
        <dgm:presLayoutVars>
          <dgm:hierBranch val="init"/>
        </dgm:presLayoutVars>
      </dgm:prSet>
      <dgm:spPr/>
    </dgm:pt>
    <dgm:pt modelId="{F02191CA-F522-4BFB-832A-98E0E08BC789}" type="pres">
      <dgm:prSet presAssocID="{45C587CD-4F72-4DBF-B852-6B778C1DF164}" presName="rootComposite1" presStyleCnt="0"/>
      <dgm:spPr/>
    </dgm:pt>
    <dgm:pt modelId="{1F2D595C-318E-450F-8240-91DCBDB08802}" type="pres">
      <dgm:prSet presAssocID="{45C587CD-4F72-4DBF-B852-6B778C1DF164}" presName="rootText1" presStyleLbl="node0" presStyleIdx="1" presStyleCnt="3">
        <dgm:presLayoutVars>
          <dgm:chPref val="3"/>
        </dgm:presLayoutVars>
      </dgm:prSet>
      <dgm:spPr/>
    </dgm:pt>
    <dgm:pt modelId="{C7687DB8-8565-4F75-9D5A-849FE93D6183}" type="pres">
      <dgm:prSet presAssocID="{45C587CD-4F72-4DBF-B852-6B778C1DF164}" presName="rootConnector1" presStyleLbl="node1" presStyleIdx="0" presStyleCnt="0"/>
      <dgm:spPr/>
    </dgm:pt>
    <dgm:pt modelId="{68538B63-F11A-4AD1-B471-47912C753992}" type="pres">
      <dgm:prSet presAssocID="{45C587CD-4F72-4DBF-B852-6B778C1DF164}" presName="hierChild2" presStyleCnt="0"/>
      <dgm:spPr/>
    </dgm:pt>
    <dgm:pt modelId="{23CCE87E-DADF-4438-8058-806708B64B02}" type="pres">
      <dgm:prSet presAssocID="{45C587CD-4F72-4DBF-B852-6B778C1DF164}" presName="hierChild3" presStyleCnt="0"/>
      <dgm:spPr/>
    </dgm:pt>
    <dgm:pt modelId="{14B57218-2655-49CA-9C16-154DEF9C5FFE}" type="pres">
      <dgm:prSet presAssocID="{D37D080D-22A4-464D-9605-5989A8918477}" presName="hierRoot1" presStyleCnt="0">
        <dgm:presLayoutVars>
          <dgm:hierBranch val="init"/>
        </dgm:presLayoutVars>
      </dgm:prSet>
      <dgm:spPr/>
    </dgm:pt>
    <dgm:pt modelId="{956D27C2-8B03-4806-8253-04FAC0B3A3E4}" type="pres">
      <dgm:prSet presAssocID="{D37D080D-22A4-464D-9605-5989A8918477}" presName="rootComposite1" presStyleCnt="0"/>
      <dgm:spPr/>
    </dgm:pt>
    <dgm:pt modelId="{4D7B4B8A-D39C-41A4-8F31-2121CB5A0467}" type="pres">
      <dgm:prSet presAssocID="{D37D080D-22A4-464D-9605-5989A8918477}" presName="rootText1" presStyleLbl="node0" presStyleIdx="2" presStyleCnt="3">
        <dgm:presLayoutVars>
          <dgm:chPref val="3"/>
        </dgm:presLayoutVars>
      </dgm:prSet>
      <dgm:spPr/>
    </dgm:pt>
    <dgm:pt modelId="{06D004C0-399C-4DFA-A0FF-6E6A4A3834A5}" type="pres">
      <dgm:prSet presAssocID="{D37D080D-22A4-464D-9605-5989A8918477}" presName="rootConnector1" presStyleLbl="node1" presStyleIdx="0" presStyleCnt="0"/>
      <dgm:spPr/>
    </dgm:pt>
    <dgm:pt modelId="{143A3966-990D-44D5-A16B-F2523EC876AE}" type="pres">
      <dgm:prSet presAssocID="{D37D080D-22A4-464D-9605-5989A8918477}" presName="hierChild2" presStyleCnt="0"/>
      <dgm:spPr/>
    </dgm:pt>
    <dgm:pt modelId="{E0952821-1D63-4661-9A8C-7780C85446C7}" type="pres">
      <dgm:prSet presAssocID="{D37D080D-22A4-464D-9605-5989A8918477}" presName="hierChild3" presStyleCnt="0"/>
      <dgm:spPr/>
    </dgm:pt>
  </dgm:ptLst>
  <dgm:cxnLst>
    <dgm:cxn modelId="{F04DE012-44E4-47B8-824C-E7D72F618E80}" type="presOf" srcId="{45C587CD-4F72-4DBF-B852-6B778C1DF164}" destId="{C7687DB8-8565-4F75-9D5A-849FE93D6183}" srcOrd="1" destOrd="0" presId="urn:microsoft.com/office/officeart/2009/3/layout/HorizontalOrganizationChart"/>
    <dgm:cxn modelId="{CE4EA66E-5616-4861-B2CF-5EA49DA1B9BF}" type="presOf" srcId="{D37D080D-22A4-464D-9605-5989A8918477}" destId="{06D004C0-399C-4DFA-A0FF-6E6A4A3834A5}" srcOrd="1" destOrd="0" presId="urn:microsoft.com/office/officeart/2009/3/layout/HorizontalOrganizationChart"/>
    <dgm:cxn modelId="{BE741970-FC13-455E-ADC4-D2CB50D21193}" type="presOf" srcId="{02423222-37F2-4A68-9A85-5CE198394C43}" destId="{C5D17A0C-EE2E-45C4-AE27-C8CC3C93FC23}" srcOrd="0" destOrd="0" presId="urn:microsoft.com/office/officeart/2009/3/layout/HorizontalOrganizationChart"/>
    <dgm:cxn modelId="{8B0F467F-2008-462C-BA4F-57C25AF58D45}" srcId="{02423222-37F2-4A68-9A85-5CE198394C43}" destId="{45C587CD-4F72-4DBF-B852-6B778C1DF164}" srcOrd="1" destOrd="0" parTransId="{2E27AB08-F9D4-46EF-AF19-CD49CF74AB6F}" sibTransId="{AA0A789E-3535-445A-BE04-E55DEE08C0DF}"/>
    <dgm:cxn modelId="{35283598-1300-40A9-829F-ED50C1640EA2}" type="presOf" srcId="{D37D080D-22A4-464D-9605-5989A8918477}" destId="{4D7B4B8A-D39C-41A4-8F31-2121CB5A0467}" srcOrd="0" destOrd="0" presId="urn:microsoft.com/office/officeart/2009/3/layout/HorizontalOrganizationChart"/>
    <dgm:cxn modelId="{EFDCDA9F-D579-4590-9AC1-17A233CB4B23}" srcId="{02423222-37F2-4A68-9A85-5CE198394C43}" destId="{1F1EE11A-67B9-4569-9AB0-9188BA096A5A}" srcOrd="0" destOrd="0" parTransId="{7234DF42-B39C-428E-9043-63DF0D6AF582}" sibTransId="{B884C6C6-BA3A-4147-87F2-4E4AB277DC33}"/>
    <dgm:cxn modelId="{4FAC8CBF-115F-4132-BCCA-250460D95BEA}" type="presOf" srcId="{45C587CD-4F72-4DBF-B852-6B778C1DF164}" destId="{1F2D595C-318E-450F-8240-91DCBDB08802}" srcOrd="0" destOrd="0" presId="urn:microsoft.com/office/officeart/2009/3/layout/HorizontalOrganizationChart"/>
    <dgm:cxn modelId="{04E1AFC7-EFE7-4832-BF48-4275E4CEB976}" srcId="{02423222-37F2-4A68-9A85-5CE198394C43}" destId="{D37D080D-22A4-464D-9605-5989A8918477}" srcOrd="2" destOrd="0" parTransId="{0F056B3E-EDC7-4898-88C8-666CFF027761}" sibTransId="{6BF5AFCC-C1E0-45A2-A5C6-9E818599C461}"/>
    <dgm:cxn modelId="{6EA538CB-18D8-48CD-88AC-77BBCE2BE016}" type="presOf" srcId="{1F1EE11A-67B9-4569-9AB0-9188BA096A5A}" destId="{B20390CE-646E-4DE2-9180-911DE35373E7}" srcOrd="0" destOrd="0" presId="urn:microsoft.com/office/officeart/2009/3/layout/HorizontalOrganizationChart"/>
    <dgm:cxn modelId="{68FEA2D0-3295-43A3-90DB-09BFF2DC92CF}" type="presOf" srcId="{1F1EE11A-67B9-4569-9AB0-9188BA096A5A}" destId="{99F24B1B-B3AF-4FE2-A935-016E69068527}" srcOrd="1" destOrd="0" presId="urn:microsoft.com/office/officeart/2009/3/layout/HorizontalOrganizationChart"/>
    <dgm:cxn modelId="{987C2E55-2AA9-4A00-ACC4-3AB83405EC30}" type="presParOf" srcId="{C5D17A0C-EE2E-45C4-AE27-C8CC3C93FC23}" destId="{8AB4643C-0CB5-41B5-A8F1-05945CD425DE}" srcOrd="0" destOrd="0" presId="urn:microsoft.com/office/officeart/2009/3/layout/HorizontalOrganizationChart"/>
    <dgm:cxn modelId="{4BCE953D-06F1-4B81-8EC2-29FCBEA7EDD8}" type="presParOf" srcId="{8AB4643C-0CB5-41B5-A8F1-05945CD425DE}" destId="{A5A081C7-50EF-431A-8883-93D43659176E}" srcOrd="0" destOrd="0" presId="urn:microsoft.com/office/officeart/2009/3/layout/HorizontalOrganizationChart"/>
    <dgm:cxn modelId="{F1284B76-8DDC-4AA4-B139-76556E959AB2}" type="presParOf" srcId="{A5A081C7-50EF-431A-8883-93D43659176E}" destId="{B20390CE-646E-4DE2-9180-911DE35373E7}" srcOrd="0" destOrd="0" presId="urn:microsoft.com/office/officeart/2009/3/layout/HorizontalOrganizationChart"/>
    <dgm:cxn modelId="{E8DC33FB-DFE5-46C4-BD3B-F62F5E17189C}" type="presParOf" srcId="{A5A081C7-50EF-431A-8883-93D43659176E}" destId="{99F24B1B-B3AF-4FE2-A935-016E69068527}" srcOrd="1" destOrd="0" presId="urn:microsoft.com/office/officeart/2009/3/layout/HorizontalOrganizationChart"/>
    <dgm:cxn modelId="{C839AA49-E866-4692-B79D-0AAE43FEBD8E}" type="presParOf" srcId="{8AB4643C-0CB5-41B5-A8F1-05945CD425DE}" destId="{E535A0DE-AF75-4297-8D82-E645FB72F823}" srcOrd="1" destOrd="0" presId="urn:microsoft.com/office/officeart/2009/3/layout/HorizontalOrganizationChart"/>
    <dgm:cxn modelId="{873D0B8C-E3E5-4CB2-8343-3687CF7C5989}" type="presParOf" srcId="{8AB4643C-0CB5-41B5-A8F1-05945CD425DE}" destId="{EF105CE7-B4B3-4876-AA1F-0E1ACEB88F3A}" srcOrd="2" destOrd="0" presId="urn:microsoft.com/office/officeart/2009/3/layout/HorizontalOrganizationChart"/>
    <dgm:cxn modelId="{2A65904C-A61A-4F4F-BD07-6574E3F965C0}" type="presParOf" srcId="{C5D17A0C-EE2E-45C4-AE27-C8CC3C93FC23}" destId="{18CC4C26-5240-478E-A3A5-E4C2BB0B4093}" srcOrd="1" destOrd="0" presId="urn:microsoft.com/office/officeart/2009/3/layout/HorizontalOrganizationChart"/>
    <dgm:cxn modelId="{4F8F46FE-F8A4-429F-9625-5D0C2B21E0A1}" type="presParOf" srcId="{18CC4C26-5240-478E-A3A5-E4C2BB0B4093}" destId="{F02191CA-F522-4BFB-832A-98E0E08BC789}" srcOrd="0" destOrd="0" presId="urn:microsoft.com/office/officeart/2009/3/layout/HorizontalOrganizationChart"/>
    <dgm:cxn modelId="{A35F86EC-5EC6-41C7-89F2-4DF61219B9D7}" type="presParOf" srcId="{F02191CA-F522-4BFB-832A-98E0E08BC789}" destId="{1F2D595C-318E-450F-8240-91DCBDB08802}" srcOrd="0" destOrd="0" presId="urn:microsoft.com/office/officeart/2009/3/layout/HorizontalOrganizationChart"/>
    <dgm:cxn modelId="{A17F9EB2-8661-4A12-B359-423C7BE61294}" type="presParOf" srcId="{F02191CA-F522-4BFB-832A-98E0E08BC789}" destId="{C7687DB8-8565-4F75-9D5A-849FE93D6183}" srcOrd="1" destOrd="0" presId="urn:microsoft.com/office/officeart/2009/3/layout/HorizontalOrganizationChart"/>
    <dgm:cxn modelId="{6CF6402A-40BB-4806-95A5-6D729BA4A9E2}" type="presParOf" srcId="{18CC4C26-5240-478E-A3A5-E4C2BB0B4093}" destId="{68538B63-F11A-4AD1-B471-47912C753992}" srcOrd="1" destOrd="0" presId="urn:microsoft.com/office/officeart/2009/3/layout/HorizontalOrganizationChart"/>
    <dgm:cxn modelId="{143B328D-E48B-479B-816A-CC33376247B8}" type="presParOf" srcId="{18CC4C26-5240-478E-A3A5-E4C2BB0B4093}" destId="{23CCE87E-DADF-4438-8058-806708B64B02}" srcOrd="2" destOrd="0" presId="urn:microsoft.com/office/officeart/2009/3/layout/HorizontalOrganizationChart"/>
    <dgm:cxn modelId="{07A5AC32-F800-4F76-B2F8-5C5401EBDD04}" type="presParOf" srcId="{C5D17A0C-EE2E-45C4-AE27-C8CC3C93FC23}" destId="{14B57218-2655-49CA-9C16-154DEF9C5FFE}" srcOrd="2" destOrd="0" presId="urn:microsoft.com/office/officeart/2009/3/layout/HorizontalOrganizationChart"/>
    <dgm:cxn modelId="{63A13575-B5FF-4602-8B0B-ED17B69265F5}" type="presParOf" srcId="{14B57218-2655-49CA-9C16-154DEF9C5FFE}" destId="{956D27C2-8B03-4806-8253-04FAC0B3A3E4}" srcOrd="0" destOrd="0" presId="urn:microsoft.com/office/officeart/2009/3/layout/HorizontalOrganizationChart"/>
    <dgm:cxn modelId="{2F20FC2E-9144-46D8-854F-0B583FF8006A}" type="presParOf" srcId="{956D27C2-8B03-4806-8253-04FAC0B3A3E4}" destId="{4D7B4B8A-D39C-41A4-8F31-2121CB5A0467}" srcOrd="0" destOrd="0" presId="urn:microsoft.com/office/officeart/2009/3/layout/HorizontalOrganizationChart"/>
    <dgm:cxn modelId="{3B5A4140-A3B9-4EE2-BC4F-6F785B4F24A8}" type="presParOf" srcId="{956D27C2-8B03-4806-8253-04FAC0B3A3E4}" destId="{06D004C0-399C-4DFA-A0FF-6E6A4A3834A5}" srcOrd="1" destOrd="0" presId="urn:microsoft.com/office/officeart/2009/3/layout/HorizontalOrganizationChart"/>
    <dgm:cxn modelId="{F704E29D-AC03-445A-916D-94C02E12488F}" type="presParOf" srcId="{14B57218-2655-49CA-9C16-154DEF9C5FFE}" destId="{143A3966-990D-44D5-A16B-F2523EC876AE}" srcOrd="1" destOrd="0" presId="urn:microsoft.com/office/officeart/2009/3/layout/HorizontalOrganizationChart"/>
    <dgm:cxn modelId="{58B85903-8A93-4CA3-8EE4-DD92C2D1CDF2}" type="presParOf" srcId="{14B57218-2655-49CA-9C16-154DEF9C5FFE}" destId="{E0952821-1D63-4661-9A8C-7780C85446C7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23558D-1FC3-4824-BE4E-FFE7B75F9DCB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FBDFDDD-596B-4849-A0F7-6C00E5224D9B}">
      <dgm:prSet/>
      <dgm:spPr/>
      <dgm:t>
        <a:bodyPr/>
        <a:lstStyle/>
        <a:p>
          <a:r>
            <a:rPr lang="en-US"/>
            <a:t>Build</a:t>
          </a:r>
        </a:p>
      </dgm:t>
    </dgm:pt>
    <dgm:pt modelId="{1ED0CDCA-EF3E-4F97-9A79-72D222878CE7}" type="parTrans" cxnId="{9F0595E4-24AF-4380-85CB-93DB58533FD5}">
      <dgm:prSet/>
      <dgm:spPr/>
      <dgm:t>
        <a:bodyPr/>
        <a:lstStyle/>
        <a:p>
          <a:endParaRPr lang="en-US"/>
        </a:p>
      </dgm:t>
    </dgm:pt>
    <dgm:pt modelId="{7858AAE4-5088-4DB4-9514-D2AD710ABA10}" type="sibTrans" cxnId="{9F0595E4-24AF-4380-85CB-93DB58533FD5}">
      <dgm:prSet/>
      <dgm:spPr/>
      <dgm:t>
        <a:bodyPr/>
        <a:lstStyle/>
        <a:p>
          <a:endParaRPr lang="en-US"/>
        </a:p>
      </dgm:t>
    </dgm:pt>
    <dgm:pt modelId="{FB6A3DB5-81E8-48DD-AA92-552A64A753F8}">
      <dgm:prSet/>
      <dgm:spPr/>
      <dgm:t>
        <a:bodyPr/>
        <a:lstStyle/>
        <a:p>
          <a:r>
            <a:rPr lang="en-US"/>
            <a:t>Build two versions of the same program </a:t>
          </a:r>
        </a:p>
      </dgm:t>
    </dgm:pt>
    <dgm:pt modelId="{619A05A6-CCEB-428E-81D4-63C3CD8811F1}" type="parTrans" cxnId="{C1DB0F60-EC04-4BD4-9F3F-71336DAA5623}">
      <dgm:prSet/>
      <dgm:spPr/>
      <dgm:t>
        <a:bodyPr/>
        <a:lstStyle/>
        <a:p>
          <a:endParaRPr lang="en-US"/>
        </a:p>
      </dgm:t>
    </dgm:pt>
    <dgm:pt modelId="{DC45C2F0-87AA-4AF0-8D81-D11A71F33D6C}" type="sibTrans" cxnId="{C1DB0F60-EC04-4BD4-9F3F-71336DAA5623}">
      <dgm:prSet/>
      <dgm:spPr/>
      <dgm:t>
        <a:bodyPr/>
        <a:lstStyle/>
        <a:p>
          <a:endParaRPr lang="en-US"/>
        </a:p>
      </dgm:t>
    </dgm:pt>
    <dgm:pt modelId="{30231CAC-85A1-4521-ACC6-501674A1F132}">
      <dgm:prSet/>
      <dgm:spPr/>
      <dgm:t>
        <a:bodyPr/>
        <a:lstStyle/>
        <a:p>
          <a:r>
            <a:rPr lang="en-US"/>
            <a:t>Static linking (epic.lib) </a:t>
          </a:r>
        </a:p>
      </dgm:t>
    </dgm:pt>
    <dgm:pt modelId="{9643E54B-60AE-4406-BB39-1D7A5F7E9DFB}" type="parTrans" cxnId="{4DDA2E75-7AB1-48F5-8E5B-10F3D859A31F}">
      <dgm:prSet/>
      <dgm:spPr/>
      <dgm:t>
        <a:bodyPr/>
        <a:lstStyle/>
        <a:p>
          <a:endParaRPr lang="en-US"/>
        </a:p>
      </dgm:t>
    </dgm:pt>
    <dgm:pt modelId="{9C62AEBB-362F-443B-A8B9-D7691D34B857}" type="sibTrans" cxnId="{4DDA2E75-7AB1-48F5-8E5B-10F3D859A31F}">
      <dgm:prSet/>
      <dgm:spPr/>
      <dgm:t>
        <a:bodyPr/>
        <a:lstStyle/>
        <a:p>
          <a:endParaRPr lang="en-US"/>
        </a:p>
      </dgm:t>
    </dgm:pt>
    <dgm:pt modelId="{35A5FFFD-5207-40C1-B22A-8EBEDA12C29B}">
      <dgm:prSet/>
      <dgm:spPr/>
      <dgm:t>
        <a:bodyPr/>
        <a:lstStyle/>
        <a:p>
          <a:r>
            <a:rPr lang="en-US"/>
            <a:t>Dynamic linking (epicdll.dll) </a:t>
          </a:r>
        </a:p>
      </dgm:t>
    </dgm:pt>
    <dgm:pt modelId="{9A334AC0-51CF-49B6-9F53-2086B7212CEE}" type="parTrans" cxnId="{595B9DD8-942E-4EC8-8747-574CF037A371}">
      <dgm:prSet/>
      <dgm:spPr/>
      <dgm:t>
        <a:bodyPr/>
        <a:lstStyle/>
        <a:p>
          <a:endParaRPr lang="en-US"/>
        </a:p>
      </dgm:t>
    </dgm:pt>
    <dgm:pt modelId="{8E7E0BA4-1B13-4C17-99C0-DBC0811F485F}" type="sibTrans" cxnId="{595B9DD8-942E-4EC8-8747-574CF037A371}">
      <dgm:prSet/>
      <dgm:spPr/>
      <dgm:t>
        <a:bodyPr/>
        <a:lstStyle/>
        <a:p>
          <a:endParaRPr lang="en-US"/>
        </a:p>
      </dgm:t>
    </dgm:pt>
    <dgm:pt modelId="{8A3AC032-40D5-48BF-8315-5626F787F0AA}">
      <dgm:prSet/>
      <dgm:spPr/>
      <dgm:t>
        <a:bodyPr/>
        <a:lstStyle/>
        <a:p>
          <a:r>
            <a:rPr lang="en-US"/>
            <a:t>Use</a:t>
          </a:r>
        </a:p>
      </dgm:t>
    </dgm:pt>
    <dgm:pt modelId="{CEB68B02-D466-4422-91C3-43B4D1FBBD4F}" type="parTrans" cxnId="{60EBCE02-1977-42FC-9A1D-B69D2EA299BF}">
      <dgm:prSet/>
      <dgm:spPr/>
      <dgm:t>
        <a:bodyPr/>
        <a:lstStyle/>
        <a:p>
          <a:endParaRPr lang="en-US"/>
        </a:p>
      </dgm:t>
    </dgm:pt>
    <dgm:pt modelId="{CBE24B1C-A35D-4A39-B61D-C91F0D1557D6}" type="sibTrans" cxnId="{60EBCE02-1977-42FC-9A1D-B69D2EA299BF}">
      <dgm:prSet/>
      <dgm:spPr/>
      <dgm:t>
        <a:bodyPr/>
        <a:lstStyle/>
        <a:p>
          <a:endParaRPr lang="en-US"/>
        </a:p>
      </dgm:t>
    </dgm:pt>
    <dgm:pt modelId="{49EF7063-E966-4C8E-B2CD-7D1945DBB3BC}">
      <dgm:prSet/>
      <dgm:spPr/>
      <dgm:t>
        <a:bodyPr/>
        <a:lstStyle/>
        <a:p>
          <a:r>
            <a:rPr lang="en-US"/>
            <a:t>Use identical functions: </a:t>
          </a:r>
        </a:p>
      </dgm:t>
    </dgm:pt>
    <dgm:pt modelId="{B65AD5BD-624B-4A7A-A6C3-19C238DCB4F3}" type="parTrans" cxnId="{5E82D7F5-C52B-4B73-9F27-CADDE1776F9D}">
      <dgm:prSet/>
      <dgm:spPr/>
      <dgm:t>
        <a:bodyPr/>
        <a:lstStyle/>
        <a:p>
          <a:endParaRPr lang="en-US"/>
        </a:p>
      </dgm:t>
    </dgm:pt>
    <dgm:pt modelId="{FCE27470-0B1A-49E4-B116-9AAC15875237}" type="sibTrans" cxnId="{5E82D7F5-C52B-4B73-9F27-CADDE1776F9D}">
      <dgm:prSet/>
      <dgm:spPr/>
      <dgm:t>
        <a:bodyPr/>
        <a:lstStyle/>
        <a:p>
          <a:endParaRPr lang="en-US"/>
        </a:p>
      </dgm:t>
    </dgm:pt>
    <dgm:pt modelId="{3B2C04A7-ED2C-441D-B6CE-497019F87602}">
      <dgm:prSet/>
      <dgm:spPr/>
      <dgm:t>
        <a:bodyPr/>
        <a:lstStyle/>
        <a:p>
          <a:r>
            <a:rPr lang="en-US"/>
            <a:t>Input </a:t>
          </a:r>
        </a:p>
      </dgm:t>
    </dgm:pt>
    <dgm:pt modelId="{A70FEF15-BBD5-4B6E-B890-BF7686F89BE5}" type="parTrans" cxnId="{08633570-A330-4B47-A7B8-D706FAE7F599}">
      <dgm:prSet/>
      <dgm:spPr/>
      <dgm:t>
        <a:bodyPr/>
        <a:lstStyle/>
        <a:p>
          <a:endParaRPr lang="en-US"/>
        </a:p>
      </dgm:t>
    </dgm:pt>
    <dgm:pt modelId="{AD1E3902-5424-436E-B8B5-7974DEA4E023}" type="sibTrans" cxnId="{08633570-A330-4B47-A7B8-D706FAE7F599}">
      <dgm:prSet/>
      <dgm:spPr/>
      <dgm:t>
        <a:bodyPr/>
        <a:lstStyle/>
        <a:p>
          <a:endParaRPr lang="en-US"/>
        </a:p>
      </dgm:t>
    </dgm:pt>
    <dgm:pt modelId="{20981823-750C-4D1D-AAFE-62CC1E24681F}">
      <dgm:prSet/>
      <dgm:spPr/>
      <dgm:t>
        <a:bodyPr/>
        <a:lstStyle/>
        <a:p>
          <a:r>
            <a:rPr lang="en-US"/>
            <a:t>Arithmetic </a:t>
          </a:r>
        </a:p>
      </dgm:t>
    </dgm:pt>
    <dgm:pt modelId="{2B88E9F3-6364-482C-8E12-EBBB8B98DF16}" type="parTrans" cxnId="{A6649317-767A-4F26-A2FE-4F7BECFC0F16}">
      <dgm:prSet/>
      <dgm:spPr/>
      <dgm:t>
        <a:bodyPr/>
        <a:lstStyle/>
        <a:p>
          <a:endParaRPr lang="en-US"/>
        </a:p>
      </dgm:t>
    </dgm:pt>
    <dgm:pt modelId="{0CFF142E-DD57-45A5-8286-11E341D69DE7}" type="sibTrans" cxnId="{A6649317-767A-4F26-A2FE-4F7BECFC0F16}">
      <dgm:prSet/>
      <dgm:spPr/>
      <dgm:t>
        <a:bodyPr/>
        <a:lstStyle/>
        <a:p>
          <a:endParaRPr lang="en-US"/>
        </a:p>
      </dgm:t>
    </dgm:pt>
    <dgm:pt modelId="{4925BA80-E0B6-4F3B-977C-9CFF0623C710}">
      <dgm:prSet/>
      <dgm:spPr/>
      <dgm:t>
        <a:bodyPr/>
        <a:lstStyle/>
        <a:p>
          <a:r>
            <a:rPr lang="en-US"/>
            <a:t>Output </a:t>
          </a:r>
        </a:p>
      </dgm:t>
    </dgm:pt>
    <dgm:pt modelId="{D4044798-6AE8-46CA-A40A-D358A9F9E74E}" type="parTrans" cxnId="{0C7B2CD3-4E1C-402F-A80F-5D21A2FB647A}">
      <dgm:prSet/>
      <dgm:spPr/>
      <dgm:t>
        <a:bodyPr/>
        <a:lstStyle/>
        <a:p>
          <a:endParaRPr lang="en-US"/>
        </a:p>
      </dgm:t>
    </dgm:pt>
    <dgm:pt modelId="{89632373-7F45-4D3E-817F-0E65CD6427A7}" type="sibTrans" cxnId="{0C7B2CD3-4E1C-402F-A80F-5D21A2FB647A}">
      <dgm:prSet/>
      <dgm:spPr/>
      <dgm:t>
        <a:bodyPr/>
        <a:lstStyle/>
        <a:p>
          <a:endParaRPr lang="en-US"/>
        </a:p>
      </dgm:t>
    </dgm:pt>
    <dgm:pt modelId="{8B80C6C0-E8C8-4AC8-93BD-13B35E75502D}">
      <dgm:prSet/>
      <dgm:spPr/>
      <dgm:t>
        <a:bodyPr/>
        <a:lstStyle/>
        <a:p>
          <a:r>
            <a:rPr lang="en-US"/>
            <a:t>Capture</a:t>
          </a:r>
        </a:p>
      </dgm:t>
    </dgm:pt>
    <dgm:pt modelId="{257B767B-C50B-4DC9-ABDA-438ED3E6C127}" type="parTrans" cxnId="{992305E5-3FF9-4E1F-A6D9-B759F9F9ED6D}">
      <dgm:prSet/>
      <dgm:spPr/>
      <dgm:t>
        <a:bodyPr/>
        <a:lstStyle/>
        <a:p>
          <a:endParaRPr lang="en-US"/>
        </a:p>
      </dgm:t>
    </dgm:pt>
    <dgm:pt modelId="{17D68FE3-7D2C-4461-8FED-D91AB5526A3C}" type="sibTrans" cxnId="{992305E5-3FF9-4E1F-A6D9-B759F9F9ED6D}">
      <dgm:prSet/>
      <dgm:spPr/>
      <dgm:t>
        <a:bodyPr/>
        <a:lstStyle/>
        <a:p>
          <a:endParaRPr lang="en-US"/>
        </a:p>
      </dgm:t>
    </dgm:pt>
    <dgm:pt modelId="{A79EB672-3FF0-4C0A-AE42-F1E9D3FDC55A}">
      <dgm:prSet/>
      <dgm:spPr/>
      <dgm:t>
        <a:bodyPr/>
        <a:lstStyle/>
        <a:p>
          <a:r>
            <a:rPr lang="en-US"/>
            <a:t>Capture memory behavior before and after execution</a:t>
          </a:r>
        </a:p>
      </dgm:t>
    </dgm:pt>
    <dgm:pt modelId="{3C8D8933-5DEF-40E8-9307-4CD795F7E9D4}" type="parTrans" cxnId="{820A75AC-DF40-418F-846D-EE8955BAD1A4}">
      <dgm:prSet/>
      <dgm:spPr/>
      <dgm:t>
        <a:bodyPr/>
        <a:lstStyle/>
        <a:p>
          <a:endParaRPr lang="en-US"/>
        </a:p>
      </dgm:t>
    </dgm:pt>
    <dgm:pt modelId="{FFAFA6B0-6469-4633-A639-E114D9043321}" type="sibTrans" cxnId="{820A75AC-DF40-418F-846D-EE8955BAD1A4}">
      <dgm:prSet/>
      <dgm:spPr/>
      <dgm:t>
        <a:bodyPr/>
        <a:lstStyle/>
        <a:p>
          <a:endParaRPr lang="en-US"/>
        </a:p>
      </dgm:t>
    </dgm:pt>
    <dgm:pt modelId="{5387DEFD-70A6-40DB-8A0B-0F97F3EE29E6}" type="pres">
      <dgm:prSet presAssocID="{1B23558D-1FC3-4824-BE4E-FFE7B75F9DCB}" presName="Name0" presStyleCnt="0">
        <dgm:presLayoutVars>
          <dgm:dir/>
          <dgm:animLvl val="lvl"/>
          <dgm:resizeHandles val="exact"/>
        </dgm:presLayoutVars>
      </dgm:prSet>
      <dgm:spPr/>
    </dgm:pt>
    <dgm:pt modelId="{8FCA6C72-836C-4125-9C94-99079BCF2C78}" type="pres">
      <dgm:prSet presAssocID="{3FBDFDDD-596B-4849-A0F7-6C00E5224D9B}" presName="composite" presStyleCnt="0"/>
      <dgm:spPr/>
    </dgm:pt>
    <dgm:pt modelId="{9EDDF6F0-1A3E-4D29-941A-92985F46A09F}" type="pres">
      <dgm:prSet presAssocID="{3FBDFDDD-596B-4849-A0F7-6C00E5224D9B}" presName="parTx" presStyleLbl="alignNode1" presStyleIdx="0" presStyleCnt="3">
        <dgm:presLayoutVars>
          <dgm:chMax val="0"/>
          <dgm:chPref val="0"/>
        </dgm:presLayoutVars>
      </dgm:prSet>
      <dgm:spPr/>
    </dgm:pt>
    <dgm:pt modelId="{B30C6934-A10C-4046-B163-720C6D0C5FA1}" type="pres">
      <dgm:prSet presAssocID="{3FBDFDDD-596B-4849-A0F7-6C00E5224D9B}" presName="desTx" presStyleLbl="alignAccFollowNode1" presStyleIdx="0" presStyleCnt="3">
        <dgm:presLayoutVars/>
      </dgm:prSet>
      <dgm:spPr/>
    </dgm:pt>
    <dgm:pt modelId="{AACB5719-EC33-48B3-908E-9AC6CB4FB8A2}" type="pres">
      <dgm:prSet presAssocID="{7858AAE4-5088-4DB4-9514-D2AD710ABA10}" presName="space" presStyleCnt="0"/>
      <dgm:spPr/>
    </dgm:pt>
    <dgm:pt modelId="{C6E6EAF3-79B5-402C-9328-F669BB3DBEA4}" type="pres">
      <dgm:prSet presAssocID="{8A3AC032-40D5-48BF-8315-5626F787F0AA}" presName="composite" presStyleCnt="0"/>
      <dgm:spPr/>
    </dgm:pt>
    <dgm:pt modelId="{DE431A31-AC1D-42B9-A3BB-E5BA8804FF9A}" type="pres">
      <dgm:prSet presAssocID="{8A3AC032-40D5-48BF-8315-5626F787F0AA}" presName="parTx" presStyleLbl="alignNode1" presStyleIdx="1" presStyleCnt="3">
        <dgm:presLayoutVars>
          <dgm:chMax val="0"/>
          <dgm:chPref val="0"/>
        </dgm:presLayoutVars>
      </dgm:prSet>
      <dgm:spPr/>
    </dgm:pt>
    <dgm:pt modelId="{46F0803C-361A-448F-935B-760D7BA64EC4}" type="pres">
      <dgm:prSet presAssocID="{8A3AC032-40D5-48BF-8315-5626F787F0AA}" presName="desTx" presStyleLbl="alignAccFollowNode1" presStyleIdx="1" presStyleCnt="3">
        <dgm:presLayoutVars/>
      </dgm:prSet>
      <dgm:spPr/>
    </dgm:pt>
    <dgm:pt modelId="{C09D897E-5715-4BBA-B276-A9EF447AC16B}" type="pres">
      <dgm:prSet presAssocID="{CBE24B1C-A35D-4A39-B61D-C91F0D1557D6}" presName="space" presStyleCnt="0"/>
      <dgm:spPr/>
    </dgm:pt>
    <dgm:pt modelId="{0FAA1E8D-997D-46AC-A89E-0929C48886B9}" type="pres">
      <dgm:prSet presAssocID="{8B80C6C0-E8C8-4AC8-93BD-13B35E75502D}" presName="composite" presStyleCnt="0"/>
      <dgm:spPr/>
    </dgm:pt>
    <dgm:pt modelId="{B1D14537-C51C-47E4-B1FC-E6759AA568FA}" type="pres">
      <dgm:prSet presAssocID="{8B80C6C0-E8C8-4AC8-93BD-13B35E75502D}" presName="parTx" presStyleLbl="alignNode1" presStyleIdx="2" presStyleCnt="3">
        <dgm:presLayoutVars>
          <dgm:chMax val="0"/>
          <dgm:chPref val="0"/>
        </dgm:presLayoutVars>
      </dgm:prSet>
      <dgm:spPr/>
    </dgm:pt>
    <dgm:pt modelId="{26505E1C-6303-4583-A49E-B20C7AA22E51}" type="pres">
      <dgm:prSet presAssocID="{8B80C6C0-E8C8-4AC8-93BD-13B35E75502D}" presName="desTx" presStyleLbl="alignAccFollowNode1" presStyleIdx="2" presStyleCnt="3">
        <dgm:presLayoutVars/>
      </dgm:prSet>
      <dgm:spPr/>
    </dgm:pt>
  </dgm:ptLst>
  <dgm:cxnLst>
    <dgm:cxn modelId="{60EBCE02-1977-42FC-9A1D-B69D2EA299BF}" srcId="{1B23558D-1FC3-4824-BE4E-FFE7B75F9DCB}" destId="{8A3AC032-40D5-48BF-8315-5626F787F0AA}" srcOrd="1" destOrd="0" parTransId="{CEB68B02-D466-4422-91C3-43B4D1FBBD4F}" sibTransId="{CBE24B1C-A35D-4A39-B61D-C91F0D1557D6}"/>
    <dgm:cxn modelId="{65129E0E-7F1B-4BE8-8647-894D86007050}" type="presOf" srcId="{1B23558D-1FC3-4824-BE4E-FFE7B75F9DCB}" destId="{5387DEFD-70A6-40DB-8A0B-0F97F3EE29E6}" srcOrd="0" destOrd="0" presId="urn:microsoft.com/office/officeart/2016/7/layout/HorizontalActionList"/>
    <dgm:cxn modelId="{A6649317-767A-4F26-A2FE-4F7BECFC0F16}" srcId="{49EF7063-E966-4C8E-B2CD-7D1945DBB3BC}" destId="{20981823-750C-4D1D-AAFE-62CC1E24681F}" srcOrd="1" destOrd="0" parTransId="{2B88E9F3-6364-482C-8E12-EBBB8B98DF16}" sibTransId="{0CFF142E-DD57-45A5-8286-11E341D69DE7}"/>
    <dgm:cxn modelId="{F6344C1D-1B09-4137-A6A8-7E946DDC9895}" type="presOf" srcId="{35A5FFFD-5207-40C1-B22A-8EBEDA12C29B}" destId="{B30C6934-A10C-4046-B163-720C6D0C5FA1}" srcOrd="0" destOrd="2" presId="urn:microsoft.com/office/officeart/2016/7/layout/HorizontalActionList"/>
    <dgm:cxn modelId="{F6441332-FFE2-4FFA-A408-1D45DB50833F}" type="presOf" srcId="{3B2C04A7-ED2C-441D-B6CE-497019F87602}" destId="{46F0803C-361A-448F-935B-760D7BA64EC4}" srcOrd="0" destOrd="1" presId="urn:microsoft.com/office/officeart/2016/7/layout/HorizontalActionList"/>
    <dgm:cxn modelId="{CAB69E32-9756-4C27-9ADB-09702B6D5410}" type="presOf" srcId="{30231CAC-85A1-4521-ACC6-501674A1F132}" destId="{B30C6934-A10C-4046-B163-720C6D0C5FA1}" srcOrd="0" destOrd="1" presId="urn:microsoft.com/office/officeart/2016/7/layout/HorizontalActionList"/>
    <dgm:cxn modelId="{C1DB0F60-EC04-4BD4-9F3F-71336DAA5623}" srcId="{3FBDFDDD-596B-4849-A0F7-6C00E5224D9B}" destId="{FB6A3DB5-81E8-48DD-AA92-552A64A753F8}" srcOrd="0" destOrd="0" parTransId="{619A05A6-CCEB-428E-81D4-63C3CD8811F1}" sibTransId="{DC45C2F0-87AA-4AF0-8D81-D11A71F33D6C}"/>
    <dgm:cxn modelId="{08633570-A330-4B47-A7B8-D706FAE7F599}" srcId="{49EF7063-E966-4C8E-B2CD-7D1945DBB3BC}" destId="{3B2C04A7-ED2C-441D-B6CE-497019F87602}" srcOrd="0" destOrd="0" parTransId="{A70FEF15-BBD5-4B6E-B890-BF7686F89BE5}" sibTransId="{AD1E3902-5424-436E-B8B5-7974DEA4E023}"/>
    <dgm:cxn modelId="{4DDA2E75-7AB1-48F5-8E5B-10F3D859A31F}" srcId="{FB6A3DB5-81E8-48DD-AA92-552A64A753F8}" destId="{30231CAC-85A1-4521-ACC6-501674A1F132}" srcOrd="0" destOrd="0" parTransId="{9643E54B-60AE-4406-BB39-1D7A5F7E9DFB}" sibTransId="{9C62AEBB-362F-443B-A8B9-D7691D34B857}"/>
    <dgm:cxn modelId="{DC823777-2E10-4812-988E-ECD9654B408E}" type="presOf" srcId="{20981823-750C-4D1D-AAFE-62CC1E24681F}" destId="{46F0803C-361A-448F-935B-760D7BA64EC4}" srcOrd="0" destOrd="2" presId="urn:microsoft.com/office/officeart/2016/7/layout/HorizontalActionList"/>
    <dgm:cxn modelId="{F4E53081-C5E4-45F7-9ABF-7969BBAAE0D8}" type="presOf" srcId="{3FBDFDDD-596B-4849-A0F7-6C00E5224D9B}" destId="{9EDDF6F0-1A3E-4D29-941A-92985F46A09F}" srcOrd="0" destOrd="0" presId="urn:microsoft.com/office/officeart/2016/7/layout/HorizontalActionList"/>
    <dgm:cxn modelId="{9B2BBE84-5A6B-4018-85D3-552C35BA4852}" type="presOf" srcId="{A79EB672-3FF0-4C0A-AE42-F1E9D3FDC55A}" destId="{26505E1C-6303-4583-A49E-B20C7AA22E51}" srcOrd="0" destOrd="0" presId="urn:microsoft.com/office/officeart/2016/7/layout/HorizontalActionList"/>
    <dgm:cxn modelId="{7FDB649B-87E9-456E-9FB4-8E96B5A898BD}" type="presOf" srcId="{49EF7063-E966-4C8E-B2CD-7D1945DBB3BC}" destId="{46F0803C-361A-448F-935B-760D7BA64EC4}" srcOrd="0" destOrd="0" presId="urn:microsoft.com/office/officeart/2016/7/layout/HorizontalActionList"/>
    <dgm:cxn modelId="{C5290DA6-2C69-4E77-AC05-142B7E4C355A}" type="presOf" srcId="{4925BA80-E0B6-4F3B-977C-9CFF0623C710}" destId="{46F0803C-361A-448F-935B-760D7BA64EC4}" srcOrd="0" destOrd="3" presId="urn:microsoft.com/office/officeart/2016/7/layout/HorizontalActionList"/>
    <dgm:cxn modelId="{820A75AC-DF40-418F-846D-EE8955BAD1A4}" srcId="{8B80C6C0-E8C8-4AC8-93BD-13B35E75502D}" destId="{A79EB672-3FF0-4C0A-AE42-F1E9D3FDC55A}" srcOrd="0" destOrd="0" parTransId="{3C8D8933-5DEF-40E8-9307-4CD795F7E9D4}" sibTransId="{FFAFA6B0-6469-4633-A639-E114D9043321}"/>
    <dgm:cxn modelId="{C47415BD-8090-45C8-92DD-25F48B1EA08A}" type="presOf" srcId="{FB6A3DB5-81E8-48DD-AA92-552A64A753F8}" destId="{B30C6934-A10C-4046-B163-720C6D0C5FA1}" srcOrd="0" destOrd="0" presId="urn:microsoft.com/office/officeart/2016/7/layout/HorizontalActionList"/>
    <dgm:cxn modelId="{0C7B2CD3-4E1C-402F-A80F-5D21A2FB647A}" srcId="{49EF7063-E966-4C8E-B2CD-7D1945DBB3BC}" destId="{4925BA80-E0B6-4F3B-977C-9CFF0623C710}" srcOrd="2" destOrd="0" parTransId="{D4044798-6AE8-46CA-A40A-D358A9F9E74E}" sibTransId="{89632373-7F45-4D3E-817F-0E65CD6427A7}"/>
    <dgm:cxn modelId="{4F2D8CD4-C01A-46B2-8B67-30B6D9FA72B6}" type="presOf" srcId="{8B80C6C0-E8C8-4AC8-93BD-13B35E75502D}" destId="{B1D14537-C51C-47E4-B1FC-E6759AA568FA}" srcOrd="0" destOrd="0" presId="urn:microsoft.com/office/officeart/2016/7/layout/HorizontalActionList"/>
    <dgm:cxn modelId="{595B9DD8-942E-4EC8-8747-574CF037A371}" srcId="{FB6A3DB5-81E8-48DD-AA92-552A64A753F8}" destId="{35A5FFFD-5207-40C1-B22A-8EBEDA12C29B}" srcOrd="1" destOrd="0" parTransId="{9A334AC0-51CF-49B6-9F53-2086B7212CEE}" sibTransId="{8E7E0BA4-1B13-4C17-99C0-DBC0811F485F}"/>
    <dgm:cxn modelId="{F016E9DD-ABD6-453B-8C1D-07657312083C}" type="presOf" srcId="{8A3AC032-40D5-48BF-8315-5626F787F0AA}" destId="{DE431A31-AC1D-42B9-A3BB-E5BA8804FF9A}" srcOrd="0" destOrd="0" presId="urn:microsoft.com/office/officeart/2016/7/layout/HorizontalActionList"/>
    <dgm:cxn modelId="{9F0595E4-24AF-4380-85CB-93DB58533FD5}" srcId="{1B23558D-1FC3-4824-BE4E-FFE7B75F9DCB}" destId="{3FBDFDDD-596B-4849-A0F7-6C00E5224D9B}" srcOrd="0" destOrd="0" parTransId="{1ED0CDCA-EF3E-4F97-9A79-72D222878CE7}" sibTransId="{7858AAE4-5088-4DB4-9514-D2AD710ABA10}"/>
    <dgm:cxn modelId="{992305E5-3FF9-4E1F-A6D9-B759F9F9ED6D}" srcId="{1B23558D-1FC3-4824-BE4E-FFE7B75F9DCB}" destId="{8B80C6C0-E8C8-4AC8-93BD-13B35E75502D}" srcOrd="2" destOrd="0" parTransId="{257B767B-C50B-4DC9-ABDA-438ED3E6C127}" sibTransId="{17D68FE3-7D2C-4461-8FED-D91AB5526A3C}"/>
    <dgm:cxn modelId="{5E82D7F5-C52B-4B73-9F27-CADDE1776F9D}" srcId="{8A3AC032-40D5-48BF-8315-5626F787F0AA}" destId="{49EF7063-E966-4C8E-B2CD-7D1945DBB3BC}" srcOrd="0" destOrd="0" parTransId="{B65AD5BD-624B-4A7A-A6C3-19C238DCB4F3}" sibTransId="{FCE27470-0B1A-49E4-B116-9AAC15875237}"/>
    <dgm:cxn modelId="{37368422-A033-4683-A4FA-4B5A62DE4239}" type="presParOf" srcId="{5387DEFD-70A6-40DB-8A0B-0F97F3EE29E6}" destId="{8FCA6C72-836C-4125-9C94-99079BCF2C78}" srcOrd="0" destOrd="0" presId="urn:microsoft.com/office/officeart/2016/7/layout/HorizontalActionList"/>
    <dgm:cxn modelId="{62ADA75D-C8E3-4895-9BAA-0FD5E303CC02}" type="presParOf" srcId="{8FCA6C72-836C-4125-9C94-99079BCF2C78}" destId="{9EDDF6F0-1A3E-4D29-941A-92985F46A09F}" srcOrd="0" destOrd="0" presId="urn:microsoft.com/office/officeart/2016/7/layout/HorizontalActionList"/>
    <dgm:cxn modelId="{4B063495-D92D-47E1-89EF-50E460D03DE5}" type="presParOf" srcId="{8FCA6C72-836C-4125-9C94-99079BCF2C78}" destId="{B30C6934-A10C-4046-B163-720C6D0C5FA1}" srcOrd="1" destOrd="0" presId="urn:microsoft.com/office/officeart/2016/7/layout/HorizontalActionList"/>
    <dgm:cxn modelId="{37F717AF-2BD2-4E5E-8031-5BCC5AEB0E36}" type="presParOf" srcId="{5387DEFD-70A6-40DB-8A0B-0F97F3EE29E6}" destId="{AACB5719-EC33-48B3-908E-9AC6CB4FB8A2}" srcOrd="1" destOrd="0" presId="urn:microsoft.com/office/officeart/2016/7/layout/HorizontalActionList"/>
    <dgm:cxn modelId="{82F2F69A-B08B-42FD-98F3-2A17AA6F9928}" type="presParOf" srcId="{5387DEFD-70A6-40DB-8A0B-0F97F3EE29E6}" destId="{C6E6EAF3-79B5-402C-9328-F669BB3DBEA4}" srcOrd="2" destOrd="0" presId="urn:microsoft.com/office/officeart/2016/7/layout/HorizontalActionList"/>
    <dgm:cxn modelId="{1CA27630-B62B-4520-97ED-E180B8E45906}" type="presParOf" srcId="{C6E6EAF3-79B5-402C-9328-F669BB3DBEA4}" destId="{DE431A31-AC1D-42B9-A3BB-E5BA8804FF9A}" srcOrd="0" destOrd="0" presId="urn:microsoft.com/office/officeart/2016/7/layout/HorizontalActionList"/>
    <dgm:cxn modelId="{603062CF-C936-4E14-84F6-84F6B145B243}" type="presParOf" srcId="{C6E6EAF3-79B5-402C-9328-F669BB3DBEA4}" destId="{46F0803C-361A-448F-935B-760D7BA64EC4}" srcOrd="1" destOrd="0" presId="urn:microsoft.com/office/officeart/2016/7/layout/HorizontalActionList"/>
    <dgm:cxn modelId="{8CE32565-5D9F-418A-932A-66CB4F7F43E0}" type="presParOf" srcId="{5387DEFD-70A6-40DB-8A0B-0F97F3EE29E6}" destId="{C09D897E-5715-4BBA-B276-A9EF447AC16B}" srcOrd="3" destOrd="0" presId="urn:microsoft.com/office/officeart/2016/7/layout/HorizontalActionList"/>
    <dgm:cxn modelId="{112A359F-5583-4E7C-9CBA-7D8045F28CE0}" type="presParOf" srcId="{5387DEFD-70A6-40DB-8A0B-0F97F3EE29E6}" destId="{0FAA1E8D-997D-46AC-A89E-0929C48886B9}" srcOrd="4" destOrd="0" presId="urn:microsoft.com/office/officeart/2016/7/layout/HorizontalActionList"/>
    <dgm:cxn modelId="{D248CDE8-C08D-413E-ACB6-6CCBEB72C22B}" type="presParOf" srcId="{0FAA1E8D-997D-46AC-A89E-0929C48886B9}" destId="{B1D14537-C51C-47E4-B1FC-E6759AA568FA}" srcOrd="0" destOrd="0" presId="urn:microsoft.com/office/officeart/2016/7/layout/HorizontalActionList"/>
    <dgm:cxn modelId="{7F2F1A12-2529-453B-B4DA-949815C682C4}" type="presParOf" srcId="{0FAA1E8D-997D-46AC-A89E-0929C48886B9}" destId="{26505E1C-6303-4583-A49E-B20C7AA22E51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73B330-2A3C-4D4E-B2B5-75F0DEF60DA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EBCFFD6-19DA-4CB9-A71E-DACF522C05CE}">
      <dgm:prSet/>
      <dgm:spPr/>
      <dgm:t>
        <a:bodyPr/>
        <a:lstStyle/>
        <a:p>
          <a:pPr>
            <a:defRPr cap="all"/>
          </a:pPr>
          <a:r>
            <a:rPr lang="en-US" b="1"/>
            <a:t>Requirements:</a:t>
          </a:r>
          <a:endParaRPr lang="en-US"/>
        </a:p>
      </dgm:t>
    </dgm:pt>
    <dgm:pt modelId="{30B9B6C6-1BAB-44DC-AE19-2A808E8AD951}" type="parTrans" cxnId="{F3796C82-7F64-44D3-9335-43E17B491BCD}">
      <dgm:prSet/>
      <dgm:spPr/>
      <dgm:t>
        <a:bodyPr/>
        <a:lstStyle/>
        <a:p>
          <a:endParaRPr lang="en-US"/>
        </a:p>
      </dgm:t>
    </dgm:pt>
    <dgm:pt modelId="{A9940489-9760-4C8F-A78F-8B73C8F2151D}" type="sibTrans" cxnId="{F3796C82-7F64-44D3-9335-43E17B491BCD}">
      <dgm:prSet/>
      <dgm:spPr/>
      <dgm:t>
        <a:bodyPr/>
        <a:lstStyle/>
        <a:p>
          <a:endParaRPr lang="en-US"/>
        </a:p>
      </dgm:t>
    </dgm:pt>
    <dgm:pt modelId="{D5E6AAD1-4543-4AD3-9ACD-44D70C891399}">
      <dgm:prSet/>
      <dgm:spPr/>
      <dgm:t>
        <a:bodyPr/>
        <a:lstStyle/>
        <a:p>
          <a:pPr>
            <a:defRPr cap="all"/>
          </a:pPr>
          <a:r>
            <a:rPr lang="en-US"/>
            <a:t>Research linking concepts </a:t>
          </a:r>
        </a:p>
      </dgm:t>
    </dgm:pt>
    <dgm:pt modelId="{32E9891D-766B-4806-B3AA-44C702C18FCD}" type="parTrans" cxnId="{DFAB3E4D-AB39-4190-B8B0-EC3C753E8A34}">
      <dgm:prSet/>
      <dgm:spPr/>
      <dgm:t>
        <a:bodyPr/>
        <a:lstStyle/>
        <a:p>
          <a:endParaRPr lang="en-US"/>
        </a:p>
      </dgm:t>
    </dgm:pt>
    <dgm:pt modelId="{9F1F3A84-4C92-45E8-AF8E-9E4B0993D225}" type="sibTrans" cxnId="{DFAB3E4D-AB39-4190-B8B0-EC3C753E8A34}">
      <dgm:prSet/>
      <dgm:spPr/>
      <dgm:t>
        <a:bodyPr/>
        <a:lstStyle/>
        <a:p>
          <a:endParaRPr lang="en-US"/>
        </a:p>
      </dgm:t>
    </dgm:pt>
    <dgm:pt modelId="{95015208-A31D-42FC-A68A-52BFD5A2245D}">
      <dgm:prSet/>
      <dgm:spPr/>
      <dgm:t>
        <a:bodyPr/>
        <a:lstStyle/>
        <a:p>
          <a:pPr>
            <a:defRPr cap="all"/>
          </a:pPr>
          <a:r>
            <a:rPr lang="en-US"/>
            <a:t>Build working programs </a:t>
          </a:r>
        </a:p>
      </dgm:t>
    </dgm:pt>
    <dgm:pt modelId="{11711A65-CF45-4BD2-AC82-604437514D89}" type="parTrans" cxnId="{261B5E81-9FEB-416A-B6F1-D5236EFB0ECB}">
      <dgm:prSet/>
      <dgm:spPr/>
      <dgm:t>
        <a:bodyPr/>
        <a:lstStyle/>
        <a:p>
          <a:endParaRPr lang="en-US"/>
        </a:p>
      </dgm:t>
    </dgm:pt>
    <dgm:pt modelId="{9C371D32-9DB9-46B7-9C7D-4DCD15B552A9}" type="sibTrans" cxnId="{261B5E81-9FEB-416A-B6F1-D5236EFB0ECB}">
      <dgm:prSet/>
      <dgm:spPr/>
      <dgm:t>
        <a:bodyPr/>
        <a:lstStyle/>
        <a:p>
          <a:endParaRPr lang="en-US"/>
        </a:p>
      </dgm:t>
    </dgm:pt>
    <dgm:pt modelId="{34D7A9B0-3730-46D7-9B16-D13CF0FEFF42}">
      <dgm:prSet/>
      <dgm:spPr/>
      <dgm:t>
        <a:bodyPr/>
        <a:lstStyle/>
        <a:p>
          <a:pPr>
            <a:defRPr cap="all"/>
          </a:pPr>
          <a:r>
            <a:rPr lang="en-US"/>
            <a:t>Create model (flowchart) </a:t>
          </a:r>
        </a:p>
      </dgm:t>
    </dgm:pt>
    <dgm:pt modelId="{084787A4-A305-497F-93C8-B4E23E1D1AFC}" type="parTrans" cxnId="{94BDE4A5-37BD-427B-954B-9F702819A934}">
      <dgm:prSet/>
      <dgm:spPr/>
      <dgm:t>
        <a:bodyPr/>
        <a:lstStyle/>
        <a:p>
          <a:endParaRPr lang="en-US"/>
        </a:p>
      </dgm:t>
    </dgm:pt>
    <dgm:pt modelId="{7FCF0D3F-B8C1-4DC2-99CD-9DEBC604870F}" type="sibTrans" cxnId="{94BDE4A5-37BD-427B-954B-9F702819A934}">
      <dgm:prSet/>
      <dgm:spPr/>
      <dgm:t>
        <a:bodyPr/>
        <a:lstStyle/>
        <a:p>
          <a:endParaRPr lang="en-US"/>
        </a:p>
      </dgm:t>
    </dgm:pt>
    <dgm:pt modelId="{5EE4FD00-2C9F-483B-BE2B-3BAEE41AD742}">
      <dgm:prSet/>
      <dgm:spPr/>
      <dgm:t>
        <a:bodyPr/>
        <a:lstStyle/>
        <a:p>
          <a:pPr>
            <a:defRPr cap="all"/>
          </a:pPr>
          <a:r>
            <a:rPr lang="en-US"/>
            <a:t>Develop test cases </a:t>
          </a:r>
        </a:p>
      </dgm:t>
    </dgm:pt>
    <dgm:pt modelId="{9A86D6F4-2F51-48F6-981A-7358AFD0A077}" type="parTrans" cxnId="{A7415256-C3E7-433E-B158-3F1545429B40}">
      <dgm:prSet/>
      <dgm:spPr/>
      <dgm:t>
        <a:bodyPr/>
        <a:lstStyle/>
        <a:p>
          <a:endParaRPr lang="en-US"/>
        </a:p>
      </dgm:t>
    </dgm:pt>
    <dgm:pt modelId="{81877371-43E9-4015-94F5-A9CACA72D182}" type="sibTrans" cxnId="{A7415256-C3E7-433E-B158-3F1545429B40}">
      <dgm:prSet/>
      <dgm:spPr/>
      <dgm:t>
        <a:bodyPr/>
        <a:lstStyle/>
        <a:p>
          <a:endParaRPr lang="en-US"/>
        </a:p>
      </dgm:t>
    </dgm:pt>
    <dgm:pt modelId="{C396F265-6D3C-47F7-8E81-DADCDC7BAE1B}">
      <dgm:prSet/>
      <dgm:spPr/>
      <dgm:t>
        <a:bodyPr/>
        <a:lstStyle/>
        <a:p>
          <a:pPr>
            <a:defRPr cap="all"/>
          </a:pPr>
          <a:r>
            <a:rPr lang="en-US"/>
            <a:t>Collect runtime data </a:t>
          </a:r>
        </a:p>
      </dgm:t>
    </dgm:pt>
    <dgm:pt modelId="{B5B43F9C-B1A7-49DB-8155-EDF073EEE9C6}" type="parTrans" cxnId="{5104CAF9-9D83-40C4-B971-E876AC9F54C1}">
      <dgm:prSet/>
      <dgm:spPr/>
      <dgm:t>
        <a:bodyPr/>
        <a:lstStyle/>
        <a:p>
          <a:endParaRPr lang="en-US"/>
        </a:p>
      </dgm:t>
    </dgm:pt>
    <dgm:pt modelId="{B437F1E9-699A-4825-A883-A5AC79F9F586}" type="sibTrans" cxnId="{5104CAF9-9D83-40C4-B971-E876AC9F54C1}">
      <dgm:prSet/>
      <dgm:spPr/>
      <dgm:t>
        <a:bodyPr/>
        <a:lstStyle/>
        <a:p>
          <a:endParaRPr lang="en-US"/>
        </a:p>
      </dgm:t>
    </dgm:pt>
    <dgm:pt modelId="{6F9804E5-EEF0-452C-9573-CE7E525126F7}">
      <dgm:prSet/>
      <dgm:spPr/>
      <dgm:t>
        <a:bodyPr/>
        <a:lstStyle/>
        <a:p>
          <a:pPr>
            <a:defRPr cap="all"/>
          </a:pPr>
          <a:r>
            <a:rPr lang="en-US"/>
            <a:t>Present results</a:t>
          </a:r>
        </a:p>
      </dgm:t>
    </dgm:pt>
    <dgm:pt modelId="{66224878-E058-42CB-949C-88377D801D84}" type="parTrans" cxnId="{1141C77E-E031-415D-9955-69E8549DE2C2}">
      <dgm:prSet/>
      <dgm:spPr/>
      <dgm:t>
        <a:bodyPr/>
        <a:lstStyle/>
        <a:p>
          <a:endParaRPr lang="en-US"/>
        </a:p>
      </dgm:t>
    </dgm:pt>
    <dgm:pt modelId="{E4FC247C-AC5F-4A14-BF32-3FB5FDEF9C39}" type="sibTrans" cxnId="{1141C77E-E031-415D-9955-69E8549DE2C2}">
      <dgm:prSet/>
      <dgm:spPr/>
      <dgm:t>
        <a:bodyPr/>
        <a:lstStyle/>
        <a:p>
          <a:endParaRPr lang="en-US"/>
        </a:p>
      </dgm:t>
    </dgm:pt>
    <dgm:pt modelId="{E146AE86-ED1F-4F36-970B-EF072C95647F}" type="pres">
      <dgm:prSet presAssocID="{5273B330-2A3C-4D4E-B2B5-75F0DEF60DA2}" presName="root" presStyleCnt="0">
        <dgm:presLayoutVars>
          <dgm:dir/>
          <dgm:resizeHandles val="exact"/>
        </dgm:presLayoutVars>
      </dgm:prSet>
      <dgm:spPr/>
    </dgm:pt>
    <dgm:pt modelId="{2AA31ABB-C1E1-4E6A-A26A-58CD845C65EF}" type="pres">
      <dgm:prSet presAssocID="{6EBCFFD6-19DA-4CB9-A71E-DACF522C05CE}" presName="compNode" presStyleCnt="0"/>
      <dgm:spPr/>
    </dgm:pt>
    <dgm:pt modelId="{00C513E3-6522-426E-99F4-5991D8FC52BF}" type="pres">
      <dgm:prSet presAssocID="{6EBCFFD6-19DA-4CB9-A71E-DACF522C05CE}" presName="iconBgRect" presStyleLbl="bgShp" presStyleIdx="0" presStyleCnt="7"/>
      <dgm:spPr/>
    </dgm:pt>
    <dgm:pt modelId="{801FC04B-A975-495A-8D82-12502D2C2AE6}" type="pres">
      <dgm:prSet presAssocID="{6EBCFFD6-19DA-4CB9-A71E-DACF522C05CE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BF988B9-06E0-4818-B930-03FC0F033CF0}" type="pres">
      <dgm:prSet presAssocID="{6EBCFFD6-19DA-4CB9-A71E-DACF522C05CE}" presName="spaceRect" presStyleCnt="0"/>
      <dgm:spPr/>
    </dgm:pt>
    <dgm:pt modelId="{C3F4A2CF-CCA8-443A-8D64-B4EFF9235893}" type="pres">
      <dgm:prSet presAssocID="{6EBCFFD6-19DA-4CB9-A71E-DACF522C05CE}" presName="textRect" presStyleLbl="revTx" presStyleIdx="0" presStyleCnt="7">
        <dgm:presLayoutVars>
          <dgm:chMax val="1"/>
          <dgm:chPref val="1"/>
        </dgm:presLayoutVars>
      </dgm:prSet>
      <dgm:spPr/>
    </dgm:pt>
    <dgm:pt modelId="{5608A10F-1A0B-4D12-8558-A06B8C272717}" type="pres">
      <dgm:prSet presAssocID="{A9940489-9760-4C8F-A78F-8B73C8F2151D}" presName="sibTrans" presStyleCnt="0"/>
      <dgm:spPr/>
    </dgm:pt>
    <dgm:pt modelId="{621EA386-83A2-4F40-8C18-BE692C7E82BE}" type="pres">
      <dgm:prSet presAssocID="{D5E6AAD1-4543-4AD3-9ACD-44D70C891399}" presName="compNode" presStyleCnt="0"/>
      <dgm:spPr/>
    </dgm:pt>
    <dgm:pt modelId="{BC9008C6-93D1-44B0-B7E5-E43AE17516F5}" type="pres">
      <dgm:prSet presAssocID="{D5E6AAD1-4543-4AD3-9ACD-44D70C891399}" presName="iconBgRect" presStyleLbl="bgShp" presStyleIdx="1" presStyleCnt="7"/>
      <dgm:spPr/>
    </dgm:pt>
    <dgm:pt modelId="{FB12E094-2DC8-444C-A51C-A8632952289F}" type="pres">
      <dgm:prSet presAssocID="{D5E6AAD1-4543-4AD3-9ACD-44D70C891399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5ABC2FDC-E012-485D-9763-FC6D6ED14338}" type="pres">
      <dgm:prSet presAssocID="{D5E6AAD1-4543-4AD3-9ACD-44D70C891399}" presName="spaceRect" presStyleCnt="0"/>
      <dgm:spPr/>
    </dgm:pt>
    <dgm:pt modelId="{C8F61DB5-BE86-4896-B414-975FA4D55814}" type="pres">
      <dgm:prSet presAssocID="{D5E6AAD1-4543-4AD3-9ACD-44D70C891399}" presName="textRect" presStyleLbl="revTx" presStyleIdx="1" presStyleCnt="7">
        <dgm:presLayoutVars>
          <dgm:chMax val="1"/>
          <dgm:chPref val="1"/>
        </dgm:presLayoutVars>
      </dgm:prSet>
      <dgm:spPr/>
    </dgm:pt>
    <dgm:pt modelId="{17C51B62-B392-4E5F-8917-348D01C91ED7}" type="pres">
      <dgm:prSet presAssocID="{9F1F3A84-4C92-45E8-AF8E-9E4B0993D225}" presName="sibTrans" presStyleCnt="0"/>
      <dgm:spPr/>
    </dgm:pt>
    <dgm:pt modelId="{B9954945-69DB-4656-9F1C-2FF8EDC32827}" type="pres">
      <dgm:prSet presAssocID="{95015208-A31D-42FC-A68A-52BFD5A2245D}" presName="compNode" presStyleCnt="0"/>
      <dgm:spPr/>
    </dgm:pt>
    <dgm:pt modelId="{33C4F1C8-A686-4321-8696-2A6486C23D3D}" type="pres">
      <dgm:prSet presAssocID="{95015208-A31D-42FC-A68A-52BFD5A2245D}" presName="iconBgRect" presStyleLbl="bgShp" presStyleIdx="2" presStyleCnt="7"/>
      <dgm:spPr/>
    </dgm:pt>
    <dgm:pt modelId="{885855F9-107C-45B6-9AC8-5387FA5C9CE0}" type="pres">
      <dgm:prSet presAssocID="{95015208-A31D-42FC-A68A-52BFD5A2245D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4D85CA18-CF7D-4DD4-A76B-D8A9EAB4943B}" type="pres">
      <dgm:prSet presAssocID="{95015208-A31D-42FC-A68A-52BFD5A2245D}" presName="spaceRect" presStyleCnt="0"/>
      <dgm:spPr/>
    </dgm:pt>
    <dgm:pt modelId="{0FF005D7-F284-4DD6-A635-E4E41A5F74A7}" type="pres">
      <dgm:prSet presAssocID="{95015208-A31D-42FC-A68A-52BFD5A2245D}" presName="textRect" presStyleLbl="revTx" presStyleIdx="2" presStyleCnt="7">
        <dgm:presLayoutVars>
          <dgm:chMax val="1"/>
          <dgm:chPref val="1"/>
        </dgm:presLayoutVars>
      </dgm:prSet>
      <dgm:spPr/>
    </dgm:pt>
    <dgm:pt modelId="{080F4431-35DF-4D11-819E-6206923BA7DA}" type="pres">
      <dgm:prSet presAssocID="{9C371D32-9DB9-46B7-9C7D-4DCD15B552A9}" presName="sibTrans" presStyleCnt="0"/>
      <dgm:spPr/>
    </dgm:pt>
    <dgm:pt modelId="{E71AFA1F-BC51-4DCB-B236-3CC775F73207}" type="pres">
      <dgm:prSet presAssocID="{34D7A9B0-3730-46D7-9B16-D13CF0FEFF42}" presName="compNode" presStyleCnt="0"/>
      <dgm:spPr/>
    </dgm:pt>
    <dgm:pt modelId="{251AB2B9-3B2F-4C7F-8B3F-BAA7957C567E}" type="pres">
      <dgm:prSet presAssocID="{34D7A9B0-3730-46D7-9B16-D13CF0FEFF42}" presName="iconBgRect" presStyleLbl="bgShp" presStyleIdx="3" presStyleCnt="7"/>
      <dgm:spPr/>
    </dgm:pt>
    <dgm:pt modelId="{19ADF187-345F-4A2E-B0A3-5181AE5570E9}" type="pres">
      <dgm:prSet presAssocID="{34D7A9B0-3730-46D7-9B16-D13CF0FEFF42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DF1C3053-421E-4622-9144-3820F3C4BA72}" type="pres">
      <dgm:prSet presAssocID="{34D7A9B0-3730-46D7-9B16-D13CF0FEFF42}" presName="spaceRect" presStyleCnt="0"/>
      <dgm:spPr/>
    </dgm:pt>
    <dgm:pt modelId="{2B6EB20E-DDE7-41D2-A91F-93A8989A168E}" type="pres">
      <dgm:prSet presAssocID="{34D7A9B0-3730-46D7-9B16-D13CF0FEFF42}" presName="textRect" presStyleLbl="revTx" presStyleIdx="3" presStyleCnt="7">
        <dgm:presLayoutVars>
          <dgm:chMax val="1"/>
          <dgm:chPref val="1"/>
        </dgm:presLayoutVars>
      </dgm:prSet>
      <dgm:spPr/>
    </dgm:pt>
    <dgm:pt modelId="{08835D98-374C-4FC2-AD34-7BEF949BFD0B}" type="pres">
      <dgm:prSet presAssocID="{7FCF0D3F-B8C1-4DC2-99CD-9DEBC604870F}" presName="sibTrans" presStyleCnt="0"/>
      <dgm:spPr/>
    </dgm:pt>
    <dgm:pt modelId="{2E2734AF-D270-4013-96A6-EA46A3ABD9E3}" type="pres">
      <dgm:prSet presAssocID="{5EE4FD00-2C9F-483B-BE2B-3BAEE41AD742}" presName="compNode" presStyleCnt="0"/>
      <dgm:spPr/>
    </dgm:pt>
    <dgm:pt modelId="{2268B912-E526-4308-8B0C-C51F5910C97D}" type="pres">
      <dgm:prSet presAssocID="{5EE4FD00-2C9F-483B-BE2B-3BAEE41AD742}" presName="iconBgRect" presStyleLbl="bgShp" presStyleIdx="4" presStyleCnt="7"/>
      <dgm:spPr/>
    </dgm:pt>
    <dgm:pt modelId="{E5D2F63C-02E1-45D1-842E-9AAB196DAC74}" type="pres">
      <dgm:prSet presAssocID="{5EE4FD00-2C9F-483B-BE2B-3BAEE41AD742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89164371-3BC9-4E8D-93E3-E5D433AEA371}" type="pres">
      <dgm:prSet presAssocID="{5EE4FD00-2C9F-483B-BE2B-3BAEE41AD742}" presName="spaceRect" presStyleCnt="0"/>
      <dgm:spPr/>
    </dgm:pt>
    <dgm:pt modelId="{4A94EA4D-1B64-49BD-84A3-3968DD593B0C}" type="pres">
      <dgm:prSet presAssocID="{5EE4FD00-2C9F-483B-BE2B-3BAEE41AD742}" presName="textRect" presStyleLbl="revTx" presStyleIdx="4" presStyleCnt="7">
        <dgm:presLayoutVars>
          <dgm:chMax val="1"/>
          <dgm:chPref val="1"/>
        </dgm:presLayoutVars>
      </dgm:prSet>
      <dgm:spPr/>
    </dgm:pt>
    <dgm:pt modelId="{7D4EDAF9-20F3-4D00-B513-14BDB93F6584}" type="pres">
      <dgm:prSet presAssocID="{81877371-43E9-4015-94F5-A9CACA72D182}" presName="sibTrans" presStyleCnt="0"/>
      <dgm:spPr/>
    </dgm:pt>
    <dgm:pt modelId="{FF3148B6-0ED4-4D37-8782-364E2B386D37}" type="pres">
      <dgm:prSet presAssocID="{C396F265-6D3C-47F7-8E81-DADCDC7BAE1B}" presName="compNode" presStyleCnt="0"/>
      <dgm:spPr/>
    </dgm:pt>
    <dgm:pt modelId="{510C7A8F-4618-41B4-9D6C-5ECD62FC161C}" type="pres">
      <dgm:prSet presAssocID="{C396F265-6D3C-47F7-8E81-DADCDC7BAE1B}" presName="iconBgRect" presStyleLbl="bgShp" presStyleIdx="5" presStyleCnt="7"/>
      <dgm:spPr/>
    </dgm:pt>
    <dgm:pt modelId="{70D48341-61C3-43EA-A3D4-0B6122CDB8D2}" type="pres">
      <dgm:prSet presAssocID="{C396F265-6D3C-47F7-8E81-DADCDC7BAE1B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A995EF4-270F-4253-8AA6-3F5E726D2EE0}" type="pres">
      <dgm:prSet presAssocID="{C396F265-6D3C-47F7-8E81-DADCDC7BAE1B}" presName="spaceRect" presStyleCnt="0"/>
      <dgm:spPr/>
    </dgm:pt>
    <dgm:pt modelId="{43396A1E-5C91-4F0C-9FEF-F9060705B64E}" type="pres">
      <dgm:prSet presAssocID="{C396F265-6D3C-47F7-8E81-DADCDC7BAE1B}" presName="textRect" presStyleLbl="revTx" presStyleIdx="5" presStyleCnt="7">
        <dgm:presLayoutVars>
          <dgm:chMax val="1"/>
          <dgm:chPref val="1"/>
        </dgm:presLayoutVars>
      </dgm:prSet>
      <dgm:spPr/>
    </dgm:pt>
    <dgm:pt modelId="{EB0591A6-DAC7-49EB-A4AF-800637B4AB7C}" type="pres">
      <dgm:prSet presAssocID="{B437F1E9-699A-4825-A883-A5AC79F9F586}" presName="sibTrans" presStyleCnt="0"/>
      <dgm:spPr/>
    </dgm:pt>
    <dgm:pt modelId="{6D7CA6F3-AE08-4EB2-83AE-385535B09045}" type="pres">
      <dgm:prSet presAssocID="{6F9804E5-EEF0-452C-9573-CE7E525126F7}" presName="compNode" presStyleCnt="0"/>
      <dgm:spPr/>
    </dgm:pt>
    <dgm:pt modelId="{316A4631-ED51-466D-9AFE-7151065B67F7}" type="pres">
      <dgm:prSet presAssocID="{6F9804E5-EEF0-452C-9573-CE7E525126F7}" presName="iconBgRect" presStyleLbl="bgShp" presStyleIdx="6" presStyleCnt="7"/>
      <dgm:spPr/>
    </dgm:pt>
    <dgm:pt modelId="{DFBA92F3-A27D-4F52-8B10-856A5DF8E934}" type="pres">
      <dgm:prSet presAssocID="{6F9804E5-EEF0-452C-9573-CE7E525126F7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42D784B-6D11-4B18-B557-151C582FC120}" type="pres">
      <dgm:prSet presAssocID="{6F9804E5-EEF0-452C-9573-CE7E525126F7}" presName="spaceRect" presStyleCnt="0"/>
      <dgm:spPr/>
    </dgm:pt>
    <dgm:pt modelId="{0AE004BD-02D1-45FE-80F5-CEF77D9663C1}" type="pres">
      <dgm:prSet presAssocID="{6F9804E5-EEF0-452C-9573-CE7E525126F7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E6F84905-671C-4A58-88FF-6AE280A717D7}" type="presOf" srcId="{34D7A9B0-3730-46D7-9B16-D13CF0FEFF42}" destId="{2B6EB20E-DDE7-41D2-A91F-93A8989A168E}" srcOrd="0" destOrd="0" presId="urn:microsoft.com/office/officeart/2018/5/layout/IconCircleLabelList"/>
    <dgm:cxn modelId="{83E32C29-46B4-4C98-A967-3A6758184238}" type="presOf" srcId="{6EBCFFD6-19DA-4CB9-A71E-DACF522C05CE}" destId="{C3F4A2CF-CCA8-443A-8D64-B4EFF9235893}" srcOrd="0" destOrd="0" presId="urn:microsoft.com/office/officeart/2018/5/layout/IconCircleLabelList"/>
    <dgm:cxn modelId="{DFAB3E4D-AB39-4190-B8B0-EC3C753E8A34}" srcId="{5273B330-2A3C-4D4E-B2B5-75F0DEF60DA2}" destId="{D5E6AAD1-4543-4AD3-9ACD-44D70C891399}" srcOrd="1" destOrd="0" parTransId="{32E9891D-766B-4806-B3AA-44C702C18FCD}" sibTransId="{9F1F3A84-4C92-45E8-AF8E-9E4B0993D225}"/>
    <dgm:cxn modelId="{4003F570-B342-4198-AAA6-A12553E8E137}" type="presOf" srcId="{6F9804E5-EEF0-452C-9573-CE7E525126F7}" destId="{0AE004BD-02D1-45FE-80F5-CEF77D9663C1}" srcOrd="0" destOrd="0" presId="urn:microsoft.com/office/officeart/2018/5/layout/IconCircleLabelList"/>
    <dgm:cxn modelId="{A7415256-C3E7-433E-B158-3F1545429B40}" srcId="{5273B330-2A3C-4D4E-B2B5-75F0DEF60DA2}" destId="{5EE4FD00-2C9F-483B-BE2B-3BAEE41AD742}" srcOrd="4" destOrd="0" parTransId="{9A86D6F4-2F51-48F6-981A-7358AFD0A077}" sibTransId="{81877371-43E9-4015-94F5-A9CACA72D182}"/>
    <dgm:cxn modelId="{1141C77E-E031-415D-9955-69E8549DE2C2}" srcId="{5273B330-2A3C-4D4E-B2B5-75F0DEF60DA2}" destId="{6F9804E5-EEF0-452C-9573-CE7E525126F7}" srcOrd="6" destOrd="0" parTransId="{66224878-E058-42CB-949C-88377D801D84}" sibTransId="{E4FC247C-AC5F-4A14-BF32-3FB5FDEF9C39}"/>
    <dgm:cxn modelId="{261B5E81-9FEB-416A-B6F1-D5236EFB0ECB}" srcId="{5273B330-2A3C-4D4E-B2B5-75F0DEF60DA2}" destId="{95015208-A31D-42FC-A68A-52BFD5A2245D}" srcOrd="2" destOrd="0" parTransId="{11711A65-CF45-4BD2-AC82-604437514D89}" sibTransId="{9C371D32-9DB9-46B7-9C7D-4DCD15B552A9}"/>
    <dgm:cxn modelId="{F3796C82-7F64-44D3-9335-43E17B491BCD}" srcId="{5273B330-2A3C-4D4E-B2B5-75F0DEF60DA2}" destId="{6EBCFFD6-19DA-4CB9-A71E-DACF522C05CE}" srcOrd="0" destOrd="0" parTransId="{30B9B6C6-1BAB-44DC-AE19-2A808E8AD951}" sibTransId="{A9940489-9760-4C8F-A78F-8B73C8F2151D}"/>
    <dgm:cxn modelId="{BC714285-B95E-47E1-BE65-3DAE2A07C5DA}" type="presOf" srcId="{5EE4FD00-2C9F-483B-BE2B-3BAEE41AD742}" destId="{4A94EA4D-1B64-49BD-84A3-3968DD593B0C}" srcOrd="0" destOrd="0" presId="urn:microsoft.com/office/officeart/2018/5/layout/IconCircleLabelList"/>
    <dgm:cxn modelId="{3563C686-B318-47B7-969B-B282B70EA5FA}" type="presOf" srcId="{95015208-A31D-42FC-A68A-52BFD5A2245D}" destId="{0FF005D7-F284-4DD6-A635-E4E41A5F74A7}" srcOrd="0" destOrd="0" presId="urn:microsoft.com/office/officeart/2018/5/layout/IconCircleLabelList"/>
    <dgm:cxn modelId="{77020387-5F6F-4EA8-B688-699D768DDB4D}" type="presOf" srcId="{5273B330-2A3C-4D4E-B2B5-75F0DEF60DA2}" destId="{E146AE86-ED1F-4F36-970B-EF072C95647F}" srcOrd="0" destOrd="0" presId="urn:microsoft.com/office/officeart/2018/5/layout/IconCircleLabelList"/>
    <dgm:cxn modelId="{94BDE4A5-37BD-427B-954B-9F702819A934}" srcId="{5273B330-2A3C-4D4E-B2B5-75F0DEF60DA2}" destId="{34D7A9B0-3730-46D7-9B16-D13CF0FEFF42}" srcOrd="3" destOrd="0" parTransId="{084787A4-A305-497F-93C8-B4E23E1D1AFC}" sibTransId="{7FCF0D3F-B8C1-4DC2-99CD-9DEBC604870F}"/>
    <dgm:cxn modelId="{64B072BA-F12C-4315-ACFF-AA48EA274301}" type="presOf" srcId="{C396F265-6D3C-47F7-8E81-DADCDC7BAE1B}" destId="{43396A1E-5C91-4F0C-9FEF-F9060705B64E}" srcOrd="0" destOrd="0" presId="urn:microsoft.com/office/officeart/2018/5/layout/IconCircleLabelList"/>
    <dgm:cxn modelId="{2A63C5D6-5C0B-4749-BF83-DB00F2B000A6}" type="presOf" srcId="{D5E6AAD1-4543-4AD3-9ACD-44D70C891399}" destId="{C8F61DB5-BE86-4896-B414-975FA4D55814}" srcOrd="0" destOrd="0" presId="urn:microsoft.com/office/officeart/2018/5/layout/IconCircleLabelList"/>
    <dgm:cxn modelId="{5104CAF9-9D83-40C4-B971-E876AC9F54C1}" srcId="{5273B330-2A3C-4D4E-B2B5-75F0DEF60DA2}" destId="{C396F265-6D3C-47F7-8E81-DADCDC7BAE1B}" srcOrd="5" destOrd="0" parTransId="{B5B43F9C-B1A7-49DB-8155-EDF073EEE9C6}" sibTransId="{B437F1E9-699A-4825-A883-A5AC79F9F586}"/>
    <dgm:cxn modelId="{638E3441-129B-4FC0-A5CA-2AB59053431D}" type="presParOf" srcId="{E146AE86-ED1F-4F36-970B-EF072C95647F}" destId="{2AA31ABB-C1E1-4E6A-A26A-58CD845C65EF}" srcOrd="0" destOrd="0" presId="urn:microsoft.com/office/officeart/2018/5/layout/IconCircleLabelList"/>
    <dgm:cxn modelId="{73DA8E27-F5B9-4B21-9397-808A900721ED}" type="presParOf" srcId="{2AA31ABB-C1E1-4E6A-A26A-58CD845C65EF}" destId="{00C513E3-6522-426E-99F4-5991D8FC52BF}" srcOrd="0" destOrd="0" presId="urn:microsoft.com/office/officeart/2018/5/layout/IconCircleLabelList"/>
    <dgm:cxn modelId="{AE74F9FE-7BCA-4E02-B5F3-849495CDE687}" type="presParOf" srcId="{2AA31ABB-C1E1-4E6A-A26A-58CD845C65EF}" destId="{801FC04B-A975-495A-8D82-12502D2C2AE6}" srcOrd="1" destOrd="0" presId="urn:microsoft.com/office/officeart/2018/5/layout/IconCircleLabelList"/>
    <dgm:cxn modelId="{42C0B366-062F-4F80-8B0A-E2606E3D4DFD}" type="presParOf" srcId="{2AA31ABB-C1E1-4E6A-A26A-58CD845C65EF}" destId="{3BF988B9-06E0-4818-B930-03FC0F033CF0}" srcOrd="2" destOrd="0" presId="urn:microsoft.com/office/officeart/2018/5/layout/IconCircleLabelList"/>
    <dgm:cxn modelId="{C3B045BE-A962-476C-A647-EEE5330017B7}" type="presParOf" srcId="{2AA31ABB-C1E1-4E6A-A26A-58CD845C65EF}" destId="{C3F4A2CF-CCA8-443A-8D64-B4EFF9235893}" srcOrd="3" destOrd="0" presId="urn:microsoft.com/office/officeart/2018/5/layout/IconCircleLabelList"/>
    <dgm:cxn modelId="{ED0BC0FE-B7FA-4BC7-925D-E792119CD1F1}" type="presParOf" srcId="{E146AE86-ED1F-4F36-970B-EF072C95647F}" destId="{5608A10F-1A0B-4D12-8558-A06B8C272717}" srcOrd="1" destOrd="0" presId="urn:microsoft.com/office/officeart/2018/5/layout/IconCircleLabelList"/>
    <dgm:cxn modelId="{874306B0-4E23-4AE7-ADD4-5281DEE71711}" type="presParOf" srcId="{E146AE86-ED1F-4F36-970B-EF072C95647F}" destId="{621EA386-83A2-4F40-8C18-BE692C7E82BE}" srcOrd="2" destOrd="0" presId="urn:microsoft.com/office/officeart/2018/5/layout/IconCircleLabelList"/>
    <dgm:cxn modelId="{3C1CC6BA-B7AB-4935-94DD-C9AF0A16BB32}" type="presParOf" srcId="{621EA386-83A2-4F40-8C18-BE692C7E82BE}" destId="{BC9008C6-93D1-44B0-B7E5-E43AE17516F5}" srcOrd="0" destOrd="0" presId="urn:microsoft.com/office/officeart/2018/5/layout/IconCircleLabelList"/>
    <dgm:cxn modelId="{607B43C7-50B1-4F6A-8D14-E578C58FEC57}" type="presParOf" srcId="{621EA386-83A2-4F40-8C18-BE692C7E82BE}" destId="{FB12E094-2DC8-444C-A51C-A8632952289F}" srcOrd="1" destOrd="0" presId="urn:microsoft.com/office/officeart/2018/5/layout/IconCircleLabelList"/>
    <dgm:cxn modelId="{2F30CCE2-AB1C-4826-81AE-99397F802112}" type="presParOf" srcId="{621EA386-83A2-4F40-8C18-BE692C7E82BE}" destId="{5ABC2FDC-E012-485D-9763-FC6D6ED14338}" srcOrd="2" destOrd="0" presId="urn:microsoft.com/office/officeart/2018/5/layout/IconCircleLabelList"/>
    <dgm:cxn modelId="{65D2C8F8-6DC0-437F-85EB-56C6601CA8E0}" type="presParOf" srcId="{621EA386-83A2-4F40-8C18-BE692C7E82BE}" destId="{C8F61DB5-BE86-4896-B414-975FA4D55814}" srcOrd="3" destOrd="0" presId="urn:microsoft.com/office/officeart/2018/5/layout/IconCircleLabelList"/>
    <dgm:cxn modelId="{7CA401E9-B038-452A-8CE2-81D23822B235}" type="presParOf" srcId="{E146AE86-ED1F-4F36-970B-EF072C95647F}" destId="{17C51B62-B392-4E5F-8917-348D01C91ED7}" srcOrd="3" destOrd="0" presId="urn:microsoft.com/office/officeart/2018/5/layout/IconCircleLabelList"/>
    <dgm:cxn modelId="{E85F65A5-22F3-401E-A131-A9D7BC8289AE}" type="presParOf" srcId="{E146AE86-ED1F-4F36-970B-EF072C95647F}" destId="{B9954945-69DB-4656-9F1C-2FF8EDC32827}" srcOrd="4" destOrd="0" presId="urn:microsoft.com/office/officeart/2018/5/layout/IconCircleLabelList"/>
    <dgm:cxn modelId="{BD88CA74-C117-4757-BDEF-C405C63E8A3F}" type="presParOf" srcId="{B9954945-69DB-4656-9F1C-2FF8EDC32827}" destId="{33C4F1C8-A686-4321-8696-2A6486C23D3D}" srcOrd="0" destOrd="0" presId="urn:microsoft.com/office/officeart/2018/5/layout/IconCircleLabelList"/>
    <dgm:cxn modelId="{3F46DA80-611C-429B-BE28-2AA3664B4F71}" type="presParOf" srcId="{B9954945-69DB-4656-9F1C-2FF8EDC32827}" destId="{885855F9-107C-45B6-9AC8-5387FA5C9CE0}" srcOrd="1" destOrd="0" presId="urn:microsoft.com/office/officeart/2018/5/layout/IconCircleLabelList"/>
    <dgm:cxn modelId="{6DCDA387-A882-4899-89D6-6261D86F07EF}" type="presParOf" srcId="{B9954945-69DB-4656-9F1C-2FF8EDC32827}" destId="{4D85CA18-CF7D-4DD4-A76B-D8A9EAB4943B}" srcOrd="2" destOrd="0" presId="urn:microsoft.com/office/officeart/2018/5/layout/IconCircleLabelList"/>
    <dgm:cxn modelId="{4131AEED-D471-4239-82D9-7764607B3879}" type="presParOf" srcId="{B9954945-69DB-4656-9F1C-2FF8EDC32827}" destId="{0FF005D7-F284-4DD6-A635-E4E41A5F74A7}" srcOrd="3" destOrd="0" presId="urn:microsoft.com/office/officeart/2018/5/layout/IconCircleLabelList"/>
    <dgm:cxn modelId="{780161AD-BC58-4735-92F7-65B0932EC5E4}" type="presParOf" srcId="{E146AE86-ED1F-4F36-970B-EF072C95647F}" destId="{080F4431-35DF-4D11-819E-6206923BA7DA}" srcOrd="5" destOrd="0" presId="urn:microsoft.com/office/officeart/2018/5/layout/IconCircleLabelList"/>
    <dgm:cxn modelId="{B74C3C6E-0B42-402C-A5DC-08772B750537}" type="presParOf" srcId="{E146AE86-ED1F-4F36-970B-EF072C95647F}" destId="{E71AFA1F-BC51-4DCB-B236-3CC775F73207}" srcOrd="6" destOrd="0" presId="urn:microsoft.com/office/officeart/2018/5/layout/IconCircleLabelList"/>
    <dgm:cxn modelId="{5CA072D3-D5D8-4B42-AE24-AD6C6369A2FC}" type="presParOf" srcId="{E71AFA1F-BC51-4DCB-B236-3CC775F73207}" destId="{251AB2B9-3B2F-4C7F-8B3F-BAA7957C567E}" srcOrd="0" destOrd="0" presId="urn:microsoft.com/office/officeart/2018/5/layout/IconCircleLabelList"/>
    <dgm:cxn modelId="{19B3FF19-9B98-44C7-8D6D-8AE0BC9DA4D0}" type="presParOf" srcId="{E71AFA1F-BC51-4DCB-B236-3CC775F73207}" destId="{19ADF187-345F-4A2E-B0A3-5181AE5570E9}" srcOrd="1" destOrd="0" presId="urn:microsoft.com/office/officeart/2018/5/layout/IconCircleLabelList"/>
    <dgm:cxn modelId="{502E27FF-414C-4B42-B370-F7599AE2C9EC}" type="presParOf" srcId="{E71AFA1F-BC51-4DCB-B236-3CC775F73207}" destId="{DF1C3053-421E-4622-9144-3820F3C4BA72}" srcOrd="2" destOrd="0" presId="urn:microsoft.com/office/officeart/2018/5/layout/IconCircleLabelList"/>
    <dgm:cxn modelId="{1C6AD61D-39BD-4E2F-89A0-E5317B3B4C4E}" type="presParOf" srcId="{E71AFA1F-BC51-4DCB-B236-3CC775F73207}" destId="{2B6EB20E-DDE7-41D2-A91F-93A8989A168E}" srcOrd="3" destOrd="0" presId="urn:microsoft.com/office/officeart/2018/5/layout/IconCircleLabelList"/>
    <dgm:cxn modelId="{0E62733E-E3D0-428B-93F8-5D4939C82039}" type="presParOf" srcId="{E146AE86-ED1F-4F36-970B-EF072C95647F}" destId="{08835D98-374C-4FC2-AD34-7BEF949BFD0B}" srcOrd="7" destOrd="0" presId="urn:microsoft.com/office/officeart/2018/5/layout/IconCircleLabelList"/>
    <dgm:cxn modelId="{55119F2C-1C50-4883-B8BC-4C55D74C6E5F}" type="presParOf" srcId="{E146AE86-ED1F-4F36-970B-EF072C95647F}" destId="{2E2734AF-D270-4013-96A6-EA46A3ABD9E3}" srcOrd="8" destOrd="0" presId="urn:microsoft.com/office/officeart/2018/5/layout/IconCircleLabelList"/>
    <dgm:cxn modelId="{697CCF45-8817-4C69-B71D-1AC975D76304}" type="presParOf" srcId="{2E2734AF-D270-4013-96A6-EA46A3ABD9E3}" destId="{2268B912-E526-4308-8B0C-C51F5910C97D}" srcOrd="0" destOrd="0" presId="urn:microsoft.com/office/officeart/2018/5/layout/IconCircleLabelList"/>
    <dgm:cxn modelId="{23C3F342-01EA-46FF-A5CC-790BCEC0906B}" type="presParOf" srcId="{2E2734AF-D270-4013-96A6-EA46A3ABD9E3}" destId="{E5D2F63C-02E1-45D1-842E-9AAB196DAC74}" srcOrd="1" destOrd="0" presId="urn:microsoft.com/office/officeart/2018/5/layout/IconCircleLabelList"/>
    <dgm:cxn modelId="{9E14B8C2-A897-4DC8-874A-2CA58CD30353}" type="presParOf" srcId="{2E2734AF-D270-4013-96A6-EA46A3ABD9E3}" destId="{89164371-3BC9-4E8D-93E3-E5D433AEA371}" srcOrd="2" destOrd="0" presId="urn:microsoft.com/office/officeart/2018/5/layout/IconCircleLabelList"/>
    <dgm:cxn modelId="{DF709B8C-9437-45D9-A5D4-235AE9D758A8}" type="presParOf" srcId="{2E2734AF-D270-4013-96A6-EA46A3ABD9E3}" destId="{4A94EA4D-1B64-49BD-84A3-3968DD593B0C}" srcOrd="3" destOrd="0" presId="urn:microsoft.com/office/officeart/2018/5/layout/IconCircleLabelList"/>
    <dgm:cxn modelId="{5A493790-BE75-4D4D-BF0E-CC952F604A40}" type="presParOf" srcId="{E146AE86-ED1F-4F36-970B-EF072C95647F}" destId="{7D4EDAF9-20F3-4D00-B513-14BDB93F6584}" srcOrd="9" destOrd="0" presId="urn:microsoft.com/office/officeart/2018/5/layout/IconCircleLabelList"/>
    <dgm:cxn modelId="{5AF74927-704C-4BC6-9A15-614393E15055}" type="presParOf" srcId="{E146AE86-ED1F-4F36-970B-EF072C95647F}" destId="{FF3148B6-0ED4-4D37-8782-364E2B386D37}" srcOrd="10" destOrd="0" presId="urn:microsoft.com/office/officeart/2018/5/layout/IconCircleLabelList"/>
    <dgm:cxn modelId="{3048DD0A-10D8-445C-9581-4DEF73E95D49}" type="presParOf" srcId="{FF3148B6-0ED4-4D37-8782-364E2B386D37}" destId="{510C7A8F-4618-41B4-9D6C-5ECD62FC161C}" srcOrd="0" destOrd="0" presId="urn:microsoft.com/office/officeart/2018/5/layout/IconCircleLabelList"/>
    <dgm:cxn modelId="{2FB3DA25-8DBB-451A-AA15-D6D4D4F4E56C}" type="presParOf" srcId="{FF3148B6-0ED4-4D37-8782-364E2B386D37}" destId="{70D48341-61C3-43EA-A3D4-0B6122CDB8D2}" srcOrd="1" destOrd="0" presId="urn:microsoft.com/office/officeart/2018/5/layout/IconCircleLabelList"/>
    <dgm:cxn modelId="{C55167C4-A16B-413D-BD7A-84741E762029}" type="presParOf" srcId="{FF3148B6-0ED4-4D37-8782-364E2B386D37}" destId="{CA995EF4-270F-4253-8AA6-3F5E726D2EE0}" srcOrd="2" destOrd="0" presId="urn:microsoft.com/office/officeart/2018/5/layout/IconCircleLabelList"/>
    <dgm:cxn modelId="{0E8629A5-D03A-444F-97D7-F2CA911D0576}" type="presParOf" srcId="{FF3148B6-0ED4-4D37-8782-364E2B386D37}" destId="{43396A1E-5C91-4F0C-9FEF-F9060705B64E}" srcOrd="3" destOrd="0" presId="urn:microsoft.com/office/officeart/2018/5/layout/IconCircleLabelList"/>
    <dgm:cxn modelId="{009E2356-84E7-4FBE-8E7F-3EAD5A801FD1}" type="presParOf" srcId="{E146AE86-ED1F-4F36-970B-EF072C95647F}" destId="{EB0591A6-DAC7-49EB-A4AF-800637B4AB7C}" srcOrd="11" destOrd="0" presId="urn:microsoft.com/office/officeart/2018/5/layout/IconCircleLabelList"/>
    <dgm:cxn modelId="{43B559DB-65DF-4B87-A2D4-73ED9FAD21E0}" type="presParOf" srcId="{E146AE86-ED1F-4F36-970B-EF072C95647F}" destId="{6D7CA6F3-AE08-4EB2-83AE-385535B09045}" srcOrd="12" destOrd="0" presId="urn:microsoft.com/office/officeart/2018/5/layout/IconCircleLabelList"/>
    <dgm:cxn modelId="{20EA8297-5990-41C6-8C57-9FABAAF9DD9B}" type="presParOf" srcId="{6D7CA6F3-AE08-4EB2-83AE-385535B09045}" destId="{316A4631-ED51-466D-9AFE-7151065B67F7}" srcOrd="0" destOrd="0" presId="urn:microsoft.com/office/officeart/2018/5/layout/IconCircleLabelList"/>
    <dgm:cxn modelId="{4ECAF890-928B-4BF5-ACAD-87D6DCF4F8FF}" type="presParOf" srcId="{6D7CA6F3-AE08-4EB2-83AE-385535B09045}" destId="{DFBA92F3-A27D-4F52-8B10-856A5DF8E934}" srcOrd="1" destOrd="0" presId="urn:microsoft.com/office/officeart/2018/5/layout/IconCircleLabelList"/>
    <dgm:cxn modelId="{C60A8998-3AC7-4C0F-B714-2AB8D3B80B6E}" type="presParOf" srcId="{6D7CA6F3-AE08-4EB2-83AE-385535B09045}" destId="{A42D784B-6D11-4B18-B557-151C582FC120}" srcOrd="2" destOrd="0" presId="urn:microsoft.com/office/officeart/2018/5/layout/IconCircleLabelList"/>
    <dgm:cxn modelId="{01FA56E7-91FD-4A74-9E08-1B962A7FC0CB}" type="presParOf" srcId="{6D7CA6F3-AE08-4EB2-83AE-385535B09045}" destId="{0AE004BD-02D1-45FE-80F5-CEF77D9663C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0390CE-646E-4DE2-9180-911DE35373E7}">
      <dsp:nvSpPr>
        <dsp:cNvPr id="0" name=""/>
        <dsp:cNvSpPr/>
      </dsp:nvSpPr>
      <dsp:spPr>
        <a:xfrm>
          <a:off x="732480" y="1746"/>
          <a:ext cx="4779031" cy="145760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Static VS Dynamic </a:t>
          </a:r>
        </a:p>
      </dsp:txBody>
      <dsp:txXfrm>
        <a:off x="732480" y="1746"/>
        <a:ext cx="4779031" cy="1457604"/>
      </dsp:txXfrm>
    </dsp:sp>
    <dsp:sp modelId="{1F2D595C-318E-450F-8240-91DCBDB08802}">
      <dsp:nvSpPr>
        <dsp:cNvPr id="0" name=""/>
        <dsp:cNvSpPr/>
      </dsp:nvSpPr>
      <dsp:spPr>
        <a:xfrm>
          <a:off x="732480" y="2056730"/>
          <a:ext cx="4779031" cy="145760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Analyze memory behavior </a:t>
          </a:r>
        </a:p>
      </dsp:txBody>
      <dsp:txXfrm>
        <a:off x="732480" y="2056730"/>
        <a:ext cx="4779031" cy="1457604"/>
      </dsp:txXfrm>
    </dsp:sp>
    <dsp:sp modelId="{4D7B4B8A-D39C-41A4-8F31-2121CB5A0467}">
      <dsp:nvSpPr>
        <dsp:cNvPr id="0" name=""/>
        <dsp:cNvSpPr/>
      </dsp:nvSpPr>
      <dsp:spPr>
        <a:xfrm>
          <a:off x="732480" y="4111713"/>
          <a:ext cx="4779031" cy="145760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Observe function addresses using WinDbg</a:t>
          </a:r>
        </a:p>
      </dsp:txBody>
      <dsp:txXfrm>
        <a:off x="732480" y="4111713"/>
        <a:ext cx="4779031" cy="14576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DDF6F0-1A3E-4D29-941A-92985F46A09F}">
      <dsp:nvSpPr>
        <dsp:cNvPr id="0" name=""/>
        <dsp:cNvSpPr/>
      </dsp:nvSpPr>
      <dsp:spPr>
        <a:xfrm>
          <a:off x="10498" y="312852"/>
          <a:ext cx="3223070" cy="966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694" tIns="254694" rIns="254694" bIns="254694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Build</a:t>
          </a:r>
        </a:p>
      </dsp:txBody>
      <dsp:txXfrm>
        <a:off x="10498" y="312852"/>
        <a:ext cx="3223070" cy="966921"/>
      </dsp:txXfrm>
    </dsp:sp>
    <dsp:sp modelId="{B30C6934-A10C-4046-B163-720C6D0C5FA1}">
      <dsp:nvSpPr>
        <dsp:cNvPr id="0" name=""/>
        <dsp:cNvSpPr/>
      </dsp:nvSpPr>
      <dsp:spPr>
        <a:xfrm>
          <a:off x="10498" y="1279774"/>
          <a:ext cx="3223070" cy="15315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368" tIns="318368" rIns="318368" bIns="318368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Build two versions of the same program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Static linking (epic.lib)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Dynamic linking (epicdll.dll) </a:t>
          </a:r>
        </a:p>
      </dsp:txBody>
      <dsp:txXfrm>
        <a:off x="10498" y="1279774"/>
        <a:ext cx="3223070" cy="1531574"/>
      </dsp:txXfrm>
    </dsp:sp>
    <dsp:sp modelId="{DE431A31-AC1D-42B9-A3BB-E5BA8804FF9A}">
      <dsp:nvSpPr>
        <dsp:cNvPr id="0" name=""/>
        <dsp:cNvSpPr/>
      </dsp:nvSpPr>
      <dsp:spPr>
        <a:xfrm>
          <a:off x="3341463" y="312852"/>
          <a:ext cx="3223070" cy="966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694" tIns="254694" rIns="254694" bIns="254694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Use</a:t>
          </a:r>
        </a:p>
      </dsp:txBody>
      <dsp:txXfrm>
        <a:off x="3341463" y="312852"/>
        <a:ext cx="3223070" cy="966921"/>
      </dsp:txXfrm>
    </dsp:sp>
    <dsp:sp modelId="{46F0803C-361A-448F-935B-760D7BA64EC4}">
      <dsp:nvSpPr>
        <dsp:cNvPr id="0" name=""/>
        <dsp:cNvSpPr/>
      </dsp:nvSpPr>
      <dsp:spPr>
        <a:xfrm>
          <a:off x="3341463" y="1279774"/>
          <a:ext cx="3223070" cy="15315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368" tIns="318368" rIns="318368" bIns="318368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Use identical functions: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Input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Arithmetic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Output </a:t>
          </a:r>
        </a:p>
      </dsp:txBody>
      <dsp:txXfrm>
        <a:off x="3341463" y="1279774"/>
        <a:ext cx="3223070" cy="1531574"/>
      </dsp:txXfrm>
    </dsp:sp>
    <dsp:sp modelId="{B1D14537-C51C-47E4-B1FC-E6759AA568FA}">
      <dsp:nvSpPr>
        <dsp:cNvPr id="0" name=""/>
        <dsp:cNvSpPr/>
      </dsp:nvSpPr>
      <dsp:spPr>
        <a:xfrm>
          <a:off x="6672428" y="312852"/>
          <a:ext cx="3223070" cy="9669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694" tIns="254694" rIns="254694" bIns="254694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Capture</a:t>
          </a:r>
        </a:p>
      </dsp:txBody>
      <dsp:txXfrm>
        <a:off x="6672428" y="312852"/>
        <a:ext cx="3223070" cy="966921"/>
      </dsp:txXfrm>
    </dsp:sp>
    <dsp:sp modelId="{26505E1C-6303-4583-A49E-B20C7AA22E51}">
      <dsp:nvSpPr>
        <dsp:cNvPr id="0" name=""/>
        <dsp:cNvSpPr/>
      </dsp:nvSpPr>
      <dsp:spPr>
        <a:xfrm>
          <a:off x="6672428" y="1279774"/>
          <a:ext cx="3223070" cy="15315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368" tIns="318368" rIns="318368" bIns="318368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Capture memory behavior before and after execution</a:t>
          </a:r>
        </a:p>
      </dsp:txBody>
      <dsp:txXfrm>
        <a:off x="6672428" y="1279774"/>
        <a:ext cx="3223070" cy="15315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C513E3-6522-426E-99F4-5991D8FC52BF}">
      <dsp:nvSpPr>
        <dsp:cNvPr id="0" name=""/>
        <dsp:cNvSpPr/>
      </dsp:nvSpPr>
      <dsp:spPr>
        <a:xfrm>
          <a:off x="809312" y="461"/>
          <a:ext cx="779537" cy="7795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1FC04B-A975-495A-8D82-12502D2C2AE6}">
      <dsp:nvSpPr>
        <dsp:cNvPr id="0" name=""/>
        <dsp:cNvSpPr/>
      </dsp:nvSpPr>
      <dsp:spPr>
        <a:xfrm>
          <a:off x="975443" y="166592"/>
          <a:ext cx="447275" cy="4472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F4A2CF-CCA8-443A-8D64-B4EFF9235893}">
      <dsp:nvSpPr>
        <dsp:cNvPr id="0" name=""/>
        <dsp:cNvSpPr/>
      </dsp:nvSpPr>
      <dsp:spPr>
        <a:xfrm>
          <a:off x="560116" y="1022804"/>
          <a:ext cx="1277929" cy="511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kern="1200"/>
            <a:t>Requirements:</a:t>
          </a:r>
          <a:endParaRPr lang="en-US" sz="1200" kern="1200"/>
        </a:p>
      </dsp:txBody>
      <dsp:txXfrm>
        <a:off x="560116" y="1022804"/>
        <a:ext cx="1277929" cy="511171"/>
      </dsp:txXfrm>
    </dsp:sp>
    <dsp:sp modelId="{BC9008C6-93D1-44B0-B7E5-E43AE17516F5}">
      <dsp:nvSpPr>
        <dsp:cNvPr id="0" name=""/>
        <dsp:cNvSpPr/>
      </dsp:nvSpPr>
      <dsp:spPr>
        <a:xfrm>
          <a:off x="2310880" y="461"/>
          <a:ext cx="779537" cy="7795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12E094-2DC8-444C-A51C-A8632952289F}">
      <dsp:nvSpPr>
        <dsp:cNvPr id="0" name=""/>
        <dsp:cNvSpPr/>
      </dsp:nvSpPr>
      <dsp:spPr>
        <a:xfrm>
          <a:off x="2477011" y="166592"/>
          <a:ext cx="447275" cy="4472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61DB5-BE86-4896-B414-975FA4D55814}">
      <dsp:nvSpPr>
        <dsp:cNvPr id="0" name=""/>
        <dsp:cNvSpPr/>
      </dsp:nvSpPr>
      <dsp:spPr>
        <a:xfrm>
          <a:off x="2061684" y="1022804"/>
          <a:ext cx="1277929" cy="511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Research linking concepts </a:t>
          </a:r>
        </a:p>
      </dsp:txBody>
      <dsp:txXfrm>
        <a:off x="2061684" y="1022804"/>
        <a:ext cx="1277929" cy="511171"/>
      </dsp:txXfrm>
    </dsp:sp>
    <dsp:sp modelId="{33C4F1C8-A686-4321-8696-2A6486C23D3D}">
      <dsp:nvSpPr>
        <dsp:cNvPr id="0" name=""/>
        <dsp:cNvSpPr/>
      </dsp:nvSpPr>
      <dsp:spPr>
        <a:xfrm>
          <a:off x="3812447" y="461"/>
          <a:ext cx="779537" cy="7795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855F9-107C-45B6-9AC8-5387FA5C9CE0}">
      <dsp:nvSpPr>
        <dsp:cNvPr id="0" name=""/>
        <dsp:cNvSpPr/>
      </dsp:nvSpPr>
      <dsp:spPr>
        <a:xfrm>
          <a:off x="3978578" y="166592"/>
          <a:ext cx="447275" cy="4472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005D7-F284-4DD6-A635-E4E41A5F74A7}">
      <dsp:nvSpPr>
        <dsp:cNvPr id="0" name=""/>
        <dsp:cNvSpPr/>
      </dsp:nvSpPr>
      <dsp:spPr>
        <a:xfrm>
          <a:off x="3563251" y="1022804"/>
          <a:ext cx="1277929" cy="511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Build working programs </a:t>
          </a:r>
        </a:p>
      </dsp:txBody>
      <dsp:txXfrm>
        <a:off x="3563251" y="1022804"/>
        <a:ext cx="1277929" cy="511171"/>
      </dsp:txXfrm>
    </dsp:sp>
    <dsp:sp modelId="{251AB2B9-3B2F-4C7F-8B3F-BAA7957C567E}">
      <dsp:nvSpPr>
        <dsp:cNvPr id="0" name=""/>
        <dsp:cNvSpPr/>
      </dsp:nvSpPr>
      <dsp:spPr>
        <a:xfrm>
          <a:off x="5314015" y="461"/>
          <a:ext cx="779537" cy="77953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ADF187-345F-4A2E-B0A3-5181AE5570E9}">
      <dsp:nvSpPr>
        <dsp:cNvPr id="0" name=""/>
        <dsp:cNvSpPr/>
      </dsp:nvSpPr>
      <dsp:spPr>
        <a:xfrm>
          <a:off x="5480145" y="166592"/>
          <a:ext cx="447275" cy="4472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6EB20E-DDE7-41D2-A91F-93A8989A168E}">
      <dsp:nvSpPr>
        <dsp:cNvPr id="0" name=""/>
        <dsp:cNvSpPr/>
      </dsp:nvSpPr>
      <dsp:spPr>
        <a:xfrm>
          <a:off x="5064818" y="1022804"/>
          <a:ext cx="1277929" cy="511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Create model (flowchart) </a:t>
          </a:r>
        </a:p>
      </dsp:txBody>
      <dsp:txXfrm>
        <a:off x="5064818" y="1022804"/>
        <a:ext cx="1277929" cy="511171"/>
      </dsp:txXfrm>
    </dsp:sp>
    <dsp:sp modelId="{2268B912-E526-4308-8B0C-C51F5910C97D}">
      <dsp:nvSpPr>
        <dsp:cNvPr id="0" name=""/>
        <dsp:cNvSpPr/>
      </dsp:nvSpPr>
      <dsp:spPr>
        <a:xfrm>
          <a:off x="6815582" y="461"/>
          <a:ext cx="779537" cy="77953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D2F63C-02E1-45D1-842E-9AAB196DAC74}">
      <dsp:nvSpPr>
        <dsp:cNvPr id="0" name=""/>
        <dsp:cNvSpPr/>
      </dsp:nvSpPr>
      <dsp:spPr>
        <a:xfrm>
          <a:off x="6981713" y="166592"/>
          <a:ext cx="447275" cy="4472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94EA4D-1B64-49BD-84A3-3968DD593B0C}">
      <dsp:nvSpPr>
        <dsp:cNvPr id="0" name=""/>
        <dsp:cNvSpPr/>
      </dsp:nvSpPr>
      <dsp:spPr>
        <a:xfrm>
          <a:off x="6566386" y="1022804"/>
          <a:ext cx="1277929" cy="511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Develop test cases </a:t>
          </a:r>
        </a:p>
      </dsp:txBody>
      <dsp:txXfrm>
        <a:off x="6566386" y="1022804"/>
        <a:ext cx="1277929" cy="511171"/>
      </dsp:txXfrm>
    </dsp:sp>
    <dsp:sp modelId="{510C7A8F-4618-41B4-9D6C-5ECD62FC161C}">
      <dsp:nvSpPr>
        <dsp:cNvPr id="0" name=""/>
        <dsp:cNvSpPr/>
      </dsp:nvSpPr>
      <dsp:spPr>
        <a:xfrm>
          <a:off x="8317149" y="461"/>
          <a:ext cx="779537" cy="7795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D48341-61C3-43EA-A3D4-0B6122CDB8D2}">
      <dsp:nvSpPr>
        <dsp:cNvPr id="0" name=""/>
        <dsp:cNvSpPr/>
      </dsp:nvSpPr>
      <dsp:spPr>
        <a:xfrm>
          <a:off x="8483280" y="166592"/>
          <a:ext cx="447275" cy="4472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396A1E-5C91-4F0C-9FEF-F9060705B64E}">
      <dsp:nvSpPr>
        <dsp:cNvPr id="0" name=""/>
        <dsp:cNvSpPr/>
      </dsp:nvSpPr>
      <dsp:spPr>
        <a:xfrm>
          <a:off x="8067953" y="1022804"/>
          <a:ext cx="1277929" cy="511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Collect runtime data </a:t>
          </a:r>
        </a:p>
      </dsp:txBody>
      <dsp:txXfrm>
        <a:off x="8067953" y="1022804"/>
        <a:ext cx="1277929" cy="511171"/>
      </dsp:txXfrm>
    </dsp:sp>
    <dsp:sp modelId="{316A4631-ED51-466D-9AFE-7151065B67F7}">
      <dsp:nvSpPr>
        <dsp:cNvPr id="0" name=""/>
        <dsp:cNvSpPr/>
      </dsp:nvSpPr>
      <dsp:spPr>
        <a:xfrm>
          <a:off x="4563231" y="1853459"/>
          <a:ext cx="779537" cy="7795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BA92F3-A27D-4F52-8B10-856A5DF8E934}">
      <dsp:nvSpPr>
        <dsp:cNvPr id="0" name=""/>
        <dsp:cNvSpPr/>
      </dsp:nvSpPr>
      <dsp:spPr>
        <a:xfrm>
          <a:off x="4729362" y="2019590"/>
          <a:ext cx="447275" cy="4472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E004BD-02D1-45FE-80F5-CEF77D9663C1}">
      <dsp:nvSpPr>
        <dsp:cNvPr id="0" name=""/>
        <dsp:cNvSpPr/>
      </dsp:nvSpPr>
      <dsp:spPr>
        <a:xfrm>
          <a:off x="4314035" y="2875802"/>
          <a:ext cx="1277929" cy="511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Present results</a:t>
          </a:r>
        </a:p>
      </dsp:txBody>
      <dsp:txXfrm>
        <a:off x="4314035" y="2875802"/>
        <a:ext cx="1277929" cy="5111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279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408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938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85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643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756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79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313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69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079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53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375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4397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944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8061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114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3720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4424" y="847726"/>
            <a:ext cx="6150510" cy="3200400"/>
          </a:xfrm>
        </p:spPr>
        <p:txBody>
          <a:bodyPr>
            <a:normAutofit/>
          </a:bodyPr>
          <a:lstStyle/>
          <a:p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Cameron </a:t>
            </a: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Edenburn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4424" y="4124325"/>
            <a:ext cx="6150510" cy="19050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Operating Systems 350-003</a:t>
            </a:r>
            <a:endParaRPr lang="en-US"/>
          </a:p>
          <a:p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</a:rPr>
              <a:t> Spring 2026</a:t>
            </a:r>
          </a:p>
        </p:txBody>
      </p:sp>
      <p:pic>
        <p:nvPicPr>
          <p:cNvPr id="6" name="Picture 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E944F25C-C9A9-B7E6-CA2A-1762434AB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131" y="1764334"/>
            <a:ext cx="3416888" cy="3416888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4F0C1-E568-3B4D-E1B9-59A0D6034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869" y="643466"/>
            <a:ext cx="3143875" cy="5571065"/>
          </a:xfrm>
        </p:spPr>
        <p:txBody>
          <a:bodyPr anchor="ctr">
            <a:normAutofit/>
          </a:bodyPr>
          <a:lstStyle/>
          <a:p>
            <a:r>
              <a:rPr lang="en-US" sz="3600"/>
              <a:t>Project Overview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672142-94D6-400E-B188-309B101D8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2169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27259A-B804-4AD2-9BC6-66F7BB218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908066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B4E8A7-8505-4752-9B81-C739116C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150420" y="3429000"/>
            <a:ext cx="6858000" cy="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90A56E-7B40-7271-6488-2CDB2726AF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1803629"/>
              </p:ext>
            </p:extLst>
          </p:nvPr>
        </p:nvGraphicFramePr>
        <p:xfrm>
          <a:off x="643467" y="643467"/>
          <a:ext cx="6243992" cy="5571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F702B2E-6538-8023-F8EC-9DE4682EC5A2}"/>
              </a:ext>
            </a:extLst>
          </p:cNvPr>
          <p:cNvSpPr txBox="1"/>
          <p:nvPr/>
        </p:nvSpPr>
        <p:spPr>
          <a:xfrm>
            <a:off x="7630583" y="867833"/>
            <a:ext cx="4445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WHY?:</a:t>
            </a:r>
            <a:endParaRPr lang="en-US" dirty="0"/>
          </a:p>
          <a:p>
            <a:endParaRPr lang="en-US" dirty="0"/>
          </a:p>
          <a:p>
            <a:r>
              <a:rPr lang="en-US"/>
              <a:t>I choose this project to better understand Malware!</a:t>
            </a:r>
          </a:p>
        </p:txBody>
      </p:sp>
    </p:spTree>
    <p:extLst>
      <p:ext uri="{BB962C8B-B14F-4D97-AF65-F5344CB8AC3E}">
        <p14:creationId xmlns:p14="http://schemas.microsoft.com/office/powerpoint/2010/main" val="2800468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A04A0-C267-72D9-C940-E84788404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1B7525-CD13-4104-FFDC-F6FA49C47F3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1413" y="2030391"/>
          <a:ext cx="9905998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8184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8F197-76E7-F093-94B4-643918041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68582"/>
          </a:xfrm>
        </p:spPr>
        <p:txBody>
          <a:bodyPr>
            <a:normAutofit/>
          </a:bodyPr>
          <a:lstStyle/>
          <a:p>
            <a:r>
              <a:rPr lang="en-US"/>
              <a:t>Necessary Resources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5BE5A0-4271-FF54-168E-D8C94139BA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9582608"/>
              </p:ext>
            </p:extLst>
          </p:nvPr>
        </p:nvGraphicFramePr>
        <p:xfrm>
          <a:off x="1141413" y="2286000"/>
          <a:ext cx="9906000" cy="3387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73534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5F28DF4-08D5-4BC4-84A1-C0DCA66F4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0622B6-74FE-5203-074F-C3EEF734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4516" y="2307220"/>
            <a:ext cx="5715272" cy="270933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Model (STATIC)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6384D-B88A-80FD-CDF5-02C4A8AA5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65" y="2666999"/>
            <a:ext cx="5122606" cy="3216276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b="1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endParaRPr lang="en-US">
              <a:gradFill flip="none" rotWithShape="1">
                <a:gsLst>
                  <a:gs pos="0">
                    <a:sysClr val="window" lastClr="FFFFFF"/>
                  </a:gs>
                  <a:gs pos="100000">
                    <a:sysClr val="window" lastClr="FFFFFF">
                      <a:lumMod val="75000"/>
                    </a:sysClr>
                  </a:gs>
                </a:gsLst>
                <a:lin ang="5580000" scaled="0"/>
                <a:tileRect/>
              </a:gradFill>
            </a:endParaRP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89AE0452-FADF-4CC9-8A9B-B5393D499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924" y="620720"/>
            <a:ext cx="5441895" cy="5272133"/>
          </a:xfrm>
          <a:prstGeom prst="roundRect">
            <a:avLst>
              <a:gd name="adj" fmla="val 3812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program&#10;&#10;AI-generated content may be incorrect.">
            <a:extLst>
              <a:ext uri="{FF2B5EF4-FFF2-40B4-BE49-F238E27FC236}">
                <a16:creationId xmlns:a16="http://schemas.microsoft.com/office/drawing/2014/main" id="{E6870CD5-F421-7E9D-0A58-EFA3A62A0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551" y="-1878"/>
            <a:ext cx="6364427" cy="6366481"/>
          </a:xfrm>
          <a:prstGeom prst="rect">
            <a:avLst/>
          </a:prstGeom>
        </p:spPr>
      </p:pic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9603A36-490E-490C-DCEA-DC2965C52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225" y="3175"/>
            <a:ext cx="3638550" cy="2914650"/>
          </a:xfrm>
          <a:prstGeom prst="rect">
            <a:avLst/>
          </a:prstGeom>
        </p:spPr>
      </p:pic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66000DF-2109-B057-F2DB-14CDD136B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4275138"/>
            <a:ext cx="3886200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6198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D6E10-FD00-692F-D8D6-4BC18D314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9501" y="4641849"/>
            <a:ext cx="4001322" cy="19071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Model (Dynamic)</a:t>
            </a:r>
            <a:endParaRPr lang="en-US" sz="4800"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pic>
        <p:nvPicPr>
          <p:cNvPr id="21" name="Content Placeholder 20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90DFF99E-BBB1-C9F6-8744-EC5FADAB4B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66" y="80970"/>
            <a:ext cx="5457478" cy="6475293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DC7460E-A662-324F-3B84-1198A78130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1000" y="3174"/>
            <a:ext cx="4720168" cy="4491567"/>
          </a:xfrm>
          <a:prstGeom prst="rect">
            <a:avLst/>
          </a:prstGeom>
        </p:spPr>
      </p:pic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91EB460-0079-2A30-4D70-D9F5978EC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4879" y="2924704"/>
            <a:ext cx="3933825" cy="275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982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270B6-0D1A-3164-B3D0-34E4BAD64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b="1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+mn-lt"/>
              <a:cs typeface="+mn-lt"/>
            </a:endParaRPr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DF00DE4-54F2-4F8B-ABEF-453D904405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19313"/>
              </p:ext>
            </p:extLst>
          </p:nvPr>
        </p:nvGraphicFramePr>
        <p:xfrm>
          <a:off x="370416" y="433916"/>
          <a:ext cx="11250098" cy="602204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6303">
                  <a:extLst>
                    <a:ext uri="{9D8B030D-6E8A-4147-A177-3AD203B41FA5}">
                      <a16:colId xmlns:a16="http://schemas.microsoft.com/office/drawing/2014/main" val="2286847883"/>
                    </a:ext>
                  </a:extLst>
                </a:gridCol>
                <a:gridCol w="2484806">
                  <a:extLst>
                    <a:ext uri="{9D8B030D-6E8A-4147-A177-3AD203B41FA5}">
                      <a16:colId xmlns:a16="http://schemas.microsoft.com/office/drawing/2014/main" val="3707951195"/>
                    </a:ext>
                  </a:extLst>
                </a:gridCol>
                <a:gridCol w="3022854">
                  <a:extLst>
                    <a:ext uri="{9D8B030D-6E8A-4147-A177-3AD203B41FA5}">
                      <a16:colId xmlns:a16="http://schemas.microsoft.com/office/drawing/2014/main" val="2079213431"/>
                    </a:ext>
                  </a:extLst>
                </a:gridCol>
                <a:gridCol w="596742">
                  <a:extLst>
                    <a:ext uri="{9D8B030D-6E8A-4147-A177-3AD203B41FA5}">
                      <a16:colId xmlns:a16="http://schemas.microsoft.com/office/drawing/2014/main" val="507185788"/>
                    </a:ext>
                  </a:extLst>
                </a:gridCol>
                <a:gridCol w="4212166">
                  <a:extLst>
                    <a:ext uri="{9D8B030D-6E8A-4147-A177-3AD203B41FA5}">
                      <a16:colId xmlns:a16="http://schemas.microsoft.com/office/drawing/2014/main" val="216992853"/>
                    </a:ext>
                  </a:extLst>
                </a:gridCol>
                <a:gridCol w="767227">
                  <a:extLst>
                    <a:ext uri="{9D8B030D-6E8A-4147-A177-3AD203B41FA5}">
                      <a16:colId xmlns:a16="http://schemas.microsoft.com/office/drawing/2014/main" val="520546084"/>
                    </a:ext>
                  </a:extLst>
                </a:gridCol>
              </a:tblGrid>
              <a:tr h="801534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ID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Description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Expected Result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Pass/Fail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Notes </a:t>
                      </a:r>
                      <a:endParaRPr lang="en-US" sz="1200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1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Trial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466972"/>
                  </a:ext>
                </a:extLst>
              </a:tr>
              <a:tr h="58005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1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Program Execution (Static &amp; Dynamic)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Program accepts input and prints correct result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Pass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Input values and output (e.g., 3 + 4 = 7)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1 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124159"/>
                  </a:ext>
                </a:extLst>
              </a:tr>
              <a:tr h="58005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Arithmetic Correctness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add()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returns correct sum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Pass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Test multiple inputs (5+5, 10+(-3), etc.)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1–3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91946"/>
                  </a:ext>
                </a:extLst>
              </a:tr>
              <a:tr h="58005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3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Static Address Consistency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Address of 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add()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remains the same across runs 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Pass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Record address for 3–5 runs 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1–3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2405454"/>
                  </a:ext>
                </a:extLst>
              </a:tr>
              <a:tr h="58005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4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Dynamic Address Variation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Address of 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add()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may change across runs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Pass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Record address for 3–5 runs (variation or reuse)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1–3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741705"/>
                  </a:ext>
                </a:extLst>
              </a:tr>
              <a:tr h="58005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5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DLL Load Verification (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WinDbg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) 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epicdll.dll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appears in memory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Pass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Screenshot 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lm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showing DLL loaded 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1 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884446"/>
                  </a:ext>
                </a:extLst>
              </a:tr>
              <a:tr h="58005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6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Static No-DLL Verification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No DLL present in static execution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Pass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657"/>
                        </a:lnSpc>
                        <a:buNone/>
                      </a:pP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lm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shows only 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.exe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, no 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epicdll.dll 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  <a:latin typeface="Consola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1 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484787"/>
                  </a:ext>
                </a:extLst>
              </a:tr>
              <a:tr h="58005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7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Function Memory Location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add()</a:t>
                      </a: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address falls within correct memory range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Pass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Compare printed address with DLL range (dynamic) or EXE range (static)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1 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35773"/>
                  </a:ext>
                </a:extLst>
              </a:tr>
              <a:tr h="58005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8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Disassembly Verification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Function shows correct assembly instructions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Pass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u address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shows 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add 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eax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, 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edx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(or equivalent) 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1 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9902670"/>
                  </a:ext>
                </a:extLst>
              </a:tr>
              <a:tr h="58005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9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Execution Flow (Dynamic)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Function may include jump instruction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Pass </a:t>
                      </a:r>
                      <a:endParaRPr lang="en-US" b="0" i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Observe 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jmp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 before actual function in DLL </a:t>
                      </a:r>
                      <a:endParaRPr lang="en-US" b="0" i="0" dirty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0" i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1</a:t>
                      </a:r>
                      <a:endParaRPr lang="en-US" sz="1200" b="0" i="0" dirty="0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8527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1019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825A4-63E7-843D-E52C-98691A40C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Execution</a:t>
            </a:r>
            <a:endParaRPr lang="en-US" dirty="0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37E89C0-1487-E292-7E3E-971BDBF3E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917" y="-175683"/>
            <a:ext cx="12816416" cy="719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596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09125-0F1F-7419-4A0D-61AE1DC2D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53EA74-4575-E7AD-A6FA-BAA901CA4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5" y="-1"/>
            <a:ext cx="12384716" cy="686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951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FE795-7F94-9429-A3F8-DDD9249E0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TEST CASES 3&amp;4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F30F6-CB4B-2CAE-10BB-1B29273D2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b="1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10AD1C-1180-B40C-0E77-41F78871E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917205"/>
              </p:ext>
            </p:extLst>
          </p:nvPr>
        </p:nvGraphicFramePr>
        <p:xfrm>
          <a:off x="1926166" y="2730500"/>
          <a:ext cx="8941250" cy="2264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0625">
                  <a:extLst>
                    <a:ext uri="{9D8B030D-6E8A-4147-A177-3AD203B41FA5}">
                      <a16:colId xmlns:a16="http://schemas.microsoft.com/office/drawing/2014/main" val="437831352"/>
                    </a:ext>
                  </a:extLst>
                </a:gridCol>
                <a:gridCol w="4470625">
                  <a:extLst>
                    <a:ext uri="{9D8B030D-6E8A-4147-A177-3AD203B41FA5}">
                      <a16:colId xmlns:a16="http://schemas.microsoft.com/office/drawing/2014/main" val="3535535796"/>
                    </a:ext>
                  </a:extLst>
                </a:gridCol>
              </a:tblGrid>
              <a:tr h="566219">
                <a:tc>
                  <a:txBody>
                    <a:bodyPr/>
                    <a:lstStyle/>
                    <a:p>
                      <a:r>
                        <a:rPr lang="en-US"/>
                        <a:t>EPICDYNAMIC.exe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EPICSTATIC.exe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391529"/>
                  </a:ext>
                </a:extLst>
              </a:tr>
              <a:tr h="56621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789949"/>
                  </a:ext>
                </a:extLst>
              </a:tr>
              <a:tr h="56621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0970331"/>
                  </a:ext>
                </a:extLst>
              </a:tr>
              <a:tr h="566219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13446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C592D94-E704-9D14-1567-BB4F3EB7B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339164"/>
              </p:ext>
            </p:extLst>
          </p:nvPr>
        </p:nvGraphicFramePr>
        <p:xfrm>
          <a:off x="6953250" y="3280833"/>
          <a:ext cx="1485900" cy="176738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1360274886"/>
                    </a:ext>
                  </a:extLst>
                </a:gridCol>
              </a:tblGrid>
              <a:tr h="58912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Address of add(): 00007FF686FA1032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916739"/>
                  </a:ext>
                </a:extLst>
              </a:tr>
              <a:tr h="58912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Address of add(): 00007FF686FA1032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199162"/>
                  </a:ext>
                </a:extLst>
              </a:tr>
              <a:tr h="58912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Address of add(): 00007FF686FA1032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64211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E4F1966-E9B6-C36D-D746-603BF2E64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405521"/>
              </p:ext>
            </p:extLst>
          </p:nvPr>
        </p:nvGraphicFramePr>
        <p:xfrm>
          <a:off x="2434167" y="3397250"/>
          <a:ext cx="3444022" cy="16516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22011">
                  <a:extLst>
                    <a:ext uri="{9D8B030D-6E8A-4147-A177-3AD203B41FA5}">
                      <a16:colId xmlns:a16="http://schemas.microsoft.com/office/drawing/2014/main" val="2279977938"/>
                    </a:ext>
                  </a:extLst>
                </a:gridCol>
                <a:gridCol w="1722011">
                  <a:extLst>
                    <a:ext uri="{9D8B030D-6E8A-4147-A177-3AD203B41FA5}">
                      <a16:colId xmlns:a16="http://schemas.microsoft.com/office/drawing/2014/main" val="1830882029"/>
                    </a:ext>
                  </a:extLst>
                </a:gridCol>
              </a:tblGrid>
              <a:tr h="55055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effectLst/>
                          <a:latin typeface="Aptos" panose="020B0004020202020204" pitchFamily="34" charset="0"/>
                        </a:rPr>
                        <a:t>Address of add(): 00007FFAF3CF1019 </a:t>
                      </a:r>
                      <a:endParaRPr lang="en-US" b="0" i="0">
                        <a:effectLst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350"/>
                        </a:lnSpc>
                        <a:buNone/>
                      </a:pPr>
                      <a:endParaRPr lang="en-US" sz="1200" b="0" i="0" dirty="0">
                        <a:effectLst/>
                        <a:latin typeface="Aptos"/>
                      </a:endParaRPr>
                    </a:p>
                  </a:txBody>
                  <a:tcPr marL="66674" marR="66674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548800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>
                          <a:effectLst/>
                          <a:latin typeface="Aptos"/>
                        </a:rPr>
                        <a:t>Address of add(): 00007FFA</a:t>
                      </a:r>
                      <a:r>
                        <a:rPr lang="en-US" sz="1200" b="0" i="0">
                          <a:effectLst/>
                          <a:highlight>
                            <a:srgbClr val="FFFF00"/>
                          </a:highlight>
                          <a:latin typeface="Aptos"/>
                        </a:rPr>
                        <a:t>F2</a:t>
                      </a:r>
                      <a:r>
                        <a:rPr lang="en-US" sz="1200" b="0" i="0">
                          <a:effectLst/>
                          <a:latin typeface="Aptos"/>
                        </a:rPr>
                        <a:t>FD1019 </a:t>
                      </a:r>
                      <a:endParaRPr lang="en-US" b="0" i="0">
                        <a:effectLst/>
                        <a:latin typeface="Aptos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350"/>
                        </a:lnSpc>
                        <a:buNone/>
                      </a:pPr>
                      <a:endParaRPr lang="en-US" sz="1200" b="0" i="0" dirty="0">
                        <a:effectLst/>
                        <a:latin typeface="Aptos"/>
                      </a:endParaRPr>
                    </a:p>
                  </a:txBody>
                  <a:tcPr marL="66674" marR="66674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299622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Aptos"/>
                        </a:rPr>
                        <a:t>Address of add(): </a:t>
                      </a:r>
                      <a:r>
                        <a:rPr lang="en-US" sz="1200" b="0" i="0">
                          <a:effectLst/>
                          <a:latin typeface="Aptos"/>
                        </a:rPr>
                        <a:t>00007FFAF2FD10</a:t>
                      </a:r>
                      <a:r>
                        <a:rPr lang="en-US" sz="1200" b="0" i="0">
                          <a:effectLst/>
                          <a:highlight>
                            <a:srgbClr val="FFFF00"/>
                          </a:highlight>
                          <a:latin typeface="Aptos"/>
                        </a:rPr>
                        <a:t>18 </a:t>
                      </a:r>
                      <a:endParaRPr lang="en-US" b="0" i="0">
                        <a:effectLst/>
                        <a:highlight>
                          <a:srgbClr val="FFFF00"/>
                        </a:highlight>
                        <a:latin typeface="Aptos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350"/>
                        </a:lnSpc>
                        <a:buNone/>
                      </a:pPr>
                      <a:endParaRPr lang="en-US" sz="1200" b="0" i="0" dirty="0">
                        <a:effectLst/>
                        <a:highlight>
                          <a:srgbClr val="FFFF00"/>
                        </a:highlight>
                        <a:latin typeface="Aptos"/>
                      </a:endParaRPr>
                    </a:p>
                  </a:txBody>
                  <a:tcPr marL="66674" marR="66674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chemeClr val="bg1"/>
                      </a:solidFill>
                    </a:lnR>
                    <a:lnT w="9524">
                      <a:solidFill>
                        <a:schemeClr val="bg1"/>
                      </a:solidFill>
                    </a:lnT>
                    <a:lnB w="9524">
                      <a:solidFill>
                        <a:schemeClr val="bg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81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64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26657-A429-6D57-8CD6-9438CE1CD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Analyze/Conclusion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80F71-6262-23FD-1D35-7C0530C51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DYNAMIC &amp; STATIC LINKING</a:t>
            </a:r>
          </a:p>
          <a:p>
            <a:pPr>
              <a:buClr>
                <a:srgbClr val="FFFFFF"/>
              </a:buClr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MEMORY MANAGEMENT</a:t>
            </a:r>
          </a:p>
          <a:p>
            <a:pPr>
              <a:buClr>
                <a:srgbClr val="FFFFFF"/>
              </a:buClr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ADVANTAGES</a:t>
            </a:r>
          </a:p>
          <a:p>
            <a:pPr>
              <a:buClr>
                <a:srgbClr val="FFFFFF"/>
              </a:buClr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DISADVATAGES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228371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Mesh</vt:lpstr>
      <vt:lpstr>Cameron Edenburn</vt:lpstr>
      <vt:lpstr>Project Overview</vt:lpstr>
      <vt:lpstr>Plan</vt:lpstr>
      <vt:lpstr>Necessary Resources</vt:lpstr>
      <vt:lpstr>Model (STATIC)</vt:lpstr>
      <vt:lpstr>Model (Dynamic)</vt:lpstr>
      <vt:lpstr>PowerPoint Presentation</vt:lpstr>
      <vt:lpstr>Execution</vt:lpstr>
      <vt:lpstr>PowerPoint Presentation</vt:lpstr>
      <vt:lpstr>TEST CASES 3&amp;4</vt:lpstr>
      <vt:lpstr>Analyze/Conclusion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211</cp:revision>
  <dcterms:created xsi:type="dcterms:W3CDTF">2026-04-30T02:16:54Z</dcterms:created>
  <dcterms:modified xsi:type="dcterms:W3CDTF">2026-07-08T01:13:36Z</dcterms:modified>
</cp:coreProperties>
</file>